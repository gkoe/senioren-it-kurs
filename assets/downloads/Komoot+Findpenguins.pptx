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notesMasterIdLst>
    <p:notesMasterId r:id="rId2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6858000" type="screen4x3"/>
  <p:notesSz cx="6797675" cy="9926638"/>
  <p:defaultTextStyle>
    <a:defPPr>
      <a:defRPr lang="de-DE"/>
    </a:defPPr>
    <a:lvl1pPr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>
      <a:defRPr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>
      <a:defRPr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>
      <a:defRPr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>
      <a:defRPr>
        <a:solidFill>
          <a:schemeClr val="tx1"/>
        </a:solidFill>
        <a:latin typeface="Arial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39" d="100"/>
          <a:sy n="139" d="100"/>
        </p:scale>
        <p:origin x="708" y="132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370627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1197687632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t>24.11.2025</a:t>
            </a:fld>
            <a:endParaRPr lang="de-AT"/>
          </a:p>
        </p:txBody>
      </p:sp>
      <p:sp>
        <p:nvSpPr>
          <p:cNvPr id="1707027339" name="Folienbildplatzhalt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de-AT"/>
          </a:p>
        </p:txBody>
      </p:sp>
      <p:sp>
        <p:nvSpPr>
          <p:cNvPr id="1174985441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79450" y="4714875"/>
            <a:ext cx="5438774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AT"/>
          </a:p>
        </p:txBody>
      </p:sp>
      <p:sp>
        <p:nvSpPr>
          <p:cNvPr id="338604824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49526942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t>‹Nr.›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097120" name="Folienbildplatzhalt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</p:spPr>
      </p:sp>
      <p:sp>
        <p:nvSpPr>
          <p:cNvPr id="506141199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AT"/>
          </a:p>
          <a:p>
            <a:pPr>
              <a:defRPr/>
            </a:pPr>
            <a:endParaRPr lang="de-AT"/>
          </a:p>
        </p:txBody>
      </p:sp>
      <p:sp>
        <p:nvSpPr>
          <p:cNvPr id="710621675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6EAC6C9-0F3A-40E0-896B-88DE66496CB5}" type="slidenum">
              <a:rPr lang="de-AT"/>
              <a:t>1</a:t>
            </a:fld>
            <a:endParaRPr lang="de-A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8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</p:spPr>
      </p:sp>
      <p:sp>
        <p:nvSpPr>
          <p:cNvPr id="408435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449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011757-14CE-70D7-5751-DD68E3133AE4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371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</p:spPr>
      </p:sp>
      <p:sp>
        <p:nvSpPr>
          <p:cNvPr id="565559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494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103E92-7785-44E1-BD1F-6CF2B4962E8C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3627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</p:spPr>
      </p:sp>
      <p:sp>
        <p:nvSpPr>
          <p:cNvPr id="1152670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47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F7129E-84DE-C1BD-EA3E-4F234589381E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2956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</p:spPr>
      </p:sp>
      <p:sp>
        <p:nvSpPr>
          <p:cNvPr id="398827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472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DF2B2A-EDDC-C065-DA22-3AA3C46D7A7C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3129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</p:spPr>
      </p:sp>
      <p:sp>
        <p:nvSpPr>
          <p:cNvPr id="4422514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1735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B86466-8A3F-A355-C219-B06FA9A1C026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4083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</p:spPr>
      </p:sp>
      <p:sp>
        <p:nvSpPr>
          <p:cNvPr id="19877358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9242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5881E5-812A-296D-DBD3-A41CF35E91FF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1731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4" y="744537"/>
            <a:ext cx="4962524" cy="3722686"/>
          </a:xfrm>
        </p:spPr>
      </p:sp>
      <p:sp>
        <p:nvSpPr>
          <p:cNvPr id="4174704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9351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2D06D-256A-23F8-1D84-C42359F5D9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0005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</p:spPr>
      </p:sp>
      <p:sp>
        <p:nvSpPr>
          <p:cNvPr id="679231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30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2AB92B-B209-4B7A-8668-F02C7F20C1C3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33003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</p:spPr>
      </p:sp>
      <p:sp>
        <p:nvSpPr>
          <p:cNvPr id="944594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48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380401-7627-A1CE-8F52-1ABC247C14E9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79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</p:spPr>
      </p:sp>
      <p:sp>
        <p:nvSpPr>
          <p:cNvPr id="2082654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Mittagessen einplannen - </a:t>
            </a:r>
            <a:endParaRPr/>
          </a:p>
        </p:txBody>
      </p:sp>
      <p:sp>
        <p:nvSpPr>
          <p:cNvPr id="11135196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CF3F50-8C74-A0FE-1F20-8FFB5EF50AA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195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</p:spPr>
      </p:sp>
      <p:sp>
        <p:nvSpPr>
          <p:cNvPr id="169832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5563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7A47D9-D5DA-130F-E134-8B600BD8C418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831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4" y="744537"/>
            <a:ext cx="4962524" cy="3722686"/>
          </a:xfrm>
        </p:spPr>
      </p:sp>
      <p:sp>
        <p:nvSpPr>
          <p:cNvPr id="1279469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6574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FAA1E-4813-34F8-4A0E-27D078E36B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1273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</p:spPr>
      </p:sp>
      <p:sp>
        <p:nvSpPr>
          <p:cNvPr id="37903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089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27DF72-4E30-784E-9A0E-330F0C9D8E89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5351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</p:spPr>
      </p:sp>
      <p:sp>
        <p:nvSpPr>
          <p:cNvPr id="20623118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724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35E964-E178-49B7-F504-1E82C1CBA9DF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7918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</p:spPr>
      </p:sp>
      <p:sp>
        <p:nvSpPr>
          <p:cNvPr id="817187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043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DF2B2A-EDDC-C065-DA22-3AA3C46D7A7C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901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7490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375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6ABB4-CD57-181C-DBAE-97C9D6CB7F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12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072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060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C1A4AD-7B80-D280-E65E-1AB1866479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462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865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46093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ED9E77-26BE-D5D6-1956-2B1B3D9E24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4148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9504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918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A3BA10-E7D1-A39F-3B7C-DCB77B0252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3324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444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53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238B14-08B3-627B-66DA-FBC367517C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6377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63485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399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52ECB4-8EDC-B3D4-4964-57B9360944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2843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9772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2932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F925E-957B-579D-B96C-EAA5FFA1D4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Folie mit Fließ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534668" name="Titel 1"/>
          <p:cNvSpPr>
            <a:spLocks noGrp="1"/>
          </p:cNvSpPr>
          <p:nvPr>
            <p:ph type="title"/>
          </p:nvPr>
        </p:nvSpPr>
        <p:spPr bwMode="auto"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Titelmasterformat durch Klicken bearbeiten</a:t>
            </a:r>
            <a:endParaRPr lang="de-AT"/>
          </a:p>
        </p:txBody>
      </p:sp>
      <p:sp>
        <p:nvSpPr>
          <p:cNvPr id="987070633" name="Inhaltsplatzhalter 5"/>
          <p:cNvSpPr>
            <a:spLocks noGrp="1"/>
          </p:cNvSpPr>
          <p:nvPr>
            <p:ph sz="quarter" idx="11"/>
          </p:nvPr>
        </p:nvSpPr>
        <p:spPr bwMode="auto"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>
              <a:defRPr/>
            </a:pPr>
            <a:r>
              <a:rPr lang="en-US"/>
              <a:t>Textmasterformate durch Klicken bearbeiten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Folie mit Aufzählung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058517" name="Titel 1"/>
          <p:cNvSpPr>
            <a:spLocks noGrp="1"/>
          </p:cNvSpPr>
          <p:nvPr>
            <p:ph type="title"/>
          </p:nvPr>
        </p:nvSpPr>
        <p:spPr bwMode="auto"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Titelmasterformat durch Klicken bearbeiten</a:t>
            </a:r>
            <a:endParaRPr lang="de-AT"/>
          </a:p>
        </p:txBody>
      </p:sp>
      <p:sp>
        <p:nvSpPr>
          <p:cNvPr id="96249905" name="Inhaltsplatzhalter 5"/>
          <p:cNvSpPr>
            <a:spLocks noGrp="1"/>
          </p:cNvSpPr>
          <p:nvPr>
            <p:ph sz="quarter" idx="11"/>
          </p:nvPr>
        </p:nvSpPr>
        <p:spPr bwMode="auto"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/>
              <a:buChar char="§"/>
              <a:defRPr sz="200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>
              <a:defRPr/>
            </a:pPr>
            <a:r>
              <a:rPr lang="en-US"/>
              <a:t>Textmasterformate durch Klicken bearbeiten</a:t>
            </a:r>
            <a:endParaRPr/>
          </a:p>
          <a:p>
            <a:pPr lvl="1">
              <a:defRPr/>
            </a:pPr>
            <a:r>
              <a:rPr lang="en-US"/>
              <a:t>Zweite Ebene</a:t>
            </a:r>
            <a:endParaRPr/>
          </a:p>
          <a:p>
            <a:pPr lvl="2">
              <a:defRPr/>
            </a:pPr>
            <a:r>
              <a:rPr lang="en-US"/>
              <a:t>Dritte Ebene</a:t>
            </a:r>
            <a:endParaRPr/>
          </a:p>
          <a:p>
            <a:pPr lvl="3">
              <a:defRPr/>
            </a:pPr>
            <a:r>
              <a:rPr lang="en-US"/>
              <a:t>Vierte Ebene</a:t>
            </a:r>
            <a:endParaRPr/>
          </a:p>
          <a:p>
            <a:pPr lvl="4">
              <a:defRPr/>
            </a:pPr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uflistun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29231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Titelmasterformat durch Klicken bearbeiten</a:t>
            </a:r>
            <a:endParaRPr lang="de-AT"/>
          </a:p>
        </p:txBody>
      </p:sp>
      <p:sp>
        <p:nvSpPr>
          <p:cNvPr id="1557716249" name="Textplatzhalter 3"/>
          <p:cNvSpPr>
            <a:spLocks noGrp="1"/>
          </p:cNvSpPr>
          <p:nvPr>
            <p:ph type="body" sz="quarter" idx="10"/>
          </p:nvPr>
        </p:nvSpPr>
        <p:spPr bwMode="auto"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>
              <a:defRPr/>
            </a:pPr>
            <a:r>
              <a:rPr lang="en-US"/>
              <a:t>Textmasterformate durch Klicken bearbeiten</a:t>
            </a:r>
            <a:endParaRPr/>
          </a:p>
          <a:p>
            <a:pPr lvl="1">
              <a:defRPr/>
            </a:pPr>
            <a:r>
              <a:rPr lang="en-US"/>
              <a:t>Zweite Ebene</a:t>
            </a:r>
            <a:endParaRPr/>
          </a:p>
          <a:p>
            <a:pPr lvl="2">
              <a:defRPr/>
            </a:pPr>
            <a:r>
              <a:rPr lang="en-US"/>
              <a:t>Dritte Ebene</a:t>
            </a:r>
            <a:endParaRPr/>
          </a:p>
          <a:p>
            <a:pPr lvl="3">
              <a:defRPr/>
            </a:pPr>
            <a:r>
              <a:rPr lang="en-US"/>
              <a:t>Vierte Ebene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enutzerdefiniertes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69874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Titelmasterformat durch Klicken bearbeiten</a:t>
            </a:r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957010" name="Titel 1"/>
          <p:cNvSpPr>
            <a:spLocks noGrp="1"/>
          </p:cNvSpPr>
          <p:nvPr>
            <p:ph type="title"/>
          </p:nvPr>
        </p:nvSpPr>
        <p:spPr bwMode="auto">
          <a:xfrm>
            <a:off x="457200" y="125413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790671078" name="Inhaltsplatzhalter 2"/>
          <p:cNvSpPr>
            <a:spLocks noGrp="1"/>
          </p:cNvSpPr>
          <p:nvPr>
            <p:ph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/>
              <a:t>Textmasterformate durch Klicken bearbeiten</a:t>
            </a:r>
            <a:endParaRPr/>
          </a:p>
          <a:p>
            <a:pPr lvl="1">
              <a:defRPr/>
            </a:pPr>
            <a:r>
              <a:rPr lang="en-US"/>
              <a:t>Zweite Ebene</a:t>
            </a:r>
            <a:endParaRPr/>
          </a:p>
          <a:p>
            <a:pPr lvl="2">
              <a:defRPr/>
            </a:pPr>
            <a:r>
              <a:rPr lang="en-US"/>
              <a:t>Dritte Ebene</a:t>
            </a:r>
            <a:endParaRPr/>
          </a:p>
          <a:p>
            <a:pPr lvl="3">
              <a:defRPr/>
            </a:pPr>
            <a:r>
              <a:rPr lang="en-US"/>
              <a:t>Vierte Ebene</a:t>
            </a:r>
            <a:endParaRPr/>
          </a:p>
          <a:p>
            <a:pPr lvl="4">
              <a:defRPr/>
            </a:pPr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gradFill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422581" name="Rechteck 9"/>
          <p:cNvSpPr/>
          <p:nvPr userDrawn="1"/>
        </p:nvSpPr>
        <p:spPr bwMode="auto">
          <a:xfrm>
            <a:off x="-7455" y="-12449"/>
            <a:ext cx="9252520" cy="849161"/>
          </a:xfrm>
          <a:prstGeom prst="rect">
            <a:avLst/>
          </a:prstGeom>
          <a:gradFill>
            <a:gsLst>
              <a:gs pos="0">
                <a:schemeClr val="tx2"/>
              </a:gs>
              <a:gs pos="27000">
                <a:srgbClr val="4879B4"/>
              </a:gs>
              <a:gs pos="50000">
                <a:schemeClr val="accent1"/>
              </a:gs>
              <a:gs pos="100000">
                <a:schemeClr val="tx2"/>
              </a:gs>
            </a:gsLst>
            <a:path path="circle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841283877" name="Rechteck 11"/>
          <p:cNvSpPr/>
          <p:nvPr userDrawn="1"/>
        </p:nvSpPr>
        <p:spPr bwMode="auto"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614180370" name="Titelplatzhalter 4"/>
          <p:cNvSpPr>
            <a:spLocks noGrp="1"/>
          </p:cNvSpPr>
          <p:nvPr>
            <p:ph type="title"/>
          </p:nvPr>
        </p:nvSpPr>
        <p:spPr bwMode="auto"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/>
              <a:t>Masterfolie</a:t>
            </a:r>
            <a:endParaRPr lang="de-AT"/>
          </a:p>
        </p:txBody>
      </p:sp>
      <p:sp>
        <p:nvSpPr>
          <p:cNvPr id="1187963877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/>
              </a:rPr>
              <a:t>Seite 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/>
              </a:rPr>
              <a:t>‹Nr.›</a:t>
            </a:fld>
            <a:endParaRPr lang="de-DE" sz="1000">
              <a:solidFill>
                <a:schemeClr val="bg1">
                  <a:lumMod val="50000"/>
                </a:schemeClr>
              </a:solidFill>
              <a:latin typeface="+mn-lt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1"/>
  <p:txStyles>
    <p:titleStyle>
      <a:lvl1pPr algn="l" rtl="0">
        <a:spcBef>
          <a:spcPts val="0"/>
        </a:spcBef>
        <a:spcAft>
          <a:spcPts val="0"/>
        </a:spcAft>
        <a:defRPr sz="3200" b="1">
          <a:solidFill>
            <a:schemeClr val="bg1"/>
          </a:solidFill>
          <a:latin typeface="Arial"/>
          <a:ea typeface="+mj-ea"/>
          <a:cs typeface="Arial"/>
        </a:defRPr>
      </a:lvl1pPr>
      <a:lvl2pPr algn="l" rtl="0">
        <a:spcBef>
          <a:spcPts val="0"/>
        </a:spcBef>
        <a:spcAft>
          <a:spcPts val="0"/>
        </a:spcAft>
        <a:defRPr sz="3200" b="1">
          <a:solidFill>
            <a:schemeClr val="bg1"/>
          </a:solidFill>
          <a:latin typeface="Arial"/>
          <a:cs typeface="Arial"/>
        </a:defRPr>
      </a:lvl2pPr>
      <a:lvl3pPr algn="l" rtl="0">
        <a:spcBef>
          <a:spcPts val="0"/>
        </a:spcBef>
        <a:spcAft>
          <a:spcPts val="0"/>
        </a:spcAft>
        <a:defRPr sz="3200" b="1">
          <a:solidFill>
            <a:schemeClr val="bg1"/>
          </a:solidFill>
          <a:latin typeface="Arial"/>
          <a:cs typeface="Arial"/>
        </a:defRPr>
      </a:lvl3pPr>
      <a:lvl4pPr algn="l" rtl="0">
        <a:spcBef>
          <a:spcPts val="0"/>
        </a:spcBef>
        <a:spcAft>
          <a:spcPts val="0"/>
        </a:spcAft>
        <a:defRPr sz="3200" b="1">
          <a:solidFill>
            <a:schemeClr val="bg1"/>
          </a:solidFill>
          <a:latin typeface="Arial"/>
          <a:cs typeface="Arial"/>
        </a:defRPr>
      </a:lvl4pPr>
      <a:lvl5pPr algn="l" rtl="0">
        <a:spcBef>
          <a:spcPts val="0"/>
        </a:spcBef>
        <a:spcAft>
          <a:spcPts val="0"/>
        </a:spcAft>
        <a:defRPr sz="3200" b="1">
          <a:solidFill>
            <a:schemeClr val="bg1"/>
          </a:solidFill>
          <a:latin typeface="Arial"/>
          <a:cs typeface="Arial"/>
        </a:defRPr>
      </a:lvl5pPr>
      <a:lvl6pPr marL="457200" algn="l" rtl="0">
        <a:spcBef>
          <a:spcPts val="0"/>
        </a:spcBef>
        <a:spcAft>
          <a:spcPts val="0"/>
        </a:spcAft>
        <a:defRPr sz="3200" b="1">
          <a:solidFill>
            <a:schemeClr val="bg1"/>
          </a:solidFill>
          <a:latin typeface="Arial"/>
          <a:cs typeface="Arial"/>
        </a:defRPr>
      </a:lvl6pPr>
      <a:lvl7pPr marL="914400" algn="l" rtl="0">
        <a:spcBef>
          <a:spcPts val="0"/>
        </a:spcBef>
        <a:spcAft>
          <a:spcPts val="0"/>
        </a:spcAft>
        <a:defRPr sz="3200" b="1">
          <a:solidFill>
            <a:schemeClr val="bg1"/>
          </a:solidFill>
          <a:latin typeface="Arial"/>
          <a:cs typeface="Arial"/>
        </a:defRPr>
      </a:lvl7pPr>
      <a:lvl8pPr marL="1371600" algn="l" rtl="0">
        <a:spcBef>
          <a:spcPts val="0"/>
        </a:spcBef>
        <a:spcAft>
          <a:spcPts val="0"/>
        </a:spcAft>
        <a:defRPr sz="3200" b="1">
          <a:solidFill>
            <a:schemeClr val="bg1"/>
          </a:solidFill>
          <a:latin typeface="Arial"/>
          <a:cs typeface="Arial"/>
        </a:defRPr>
      </a:lvl8pPr>
      <a:lvl9pPr marL="1828800" algn="l" rtl="0">
        <a:spcBef>
          <a:spcPts val="0"/>
        </a:spcBef>
        <a:spcAft>
          <a:spcPts val="0"/>
        </a:spcAft>
        <a:defRPr sz="3200" b="1">
          <a:solidFill>
            <a:schemeClr val="bg1"/>
          </a:solidFill>
          <a:latin typeface="Arial"/>
          <a:cs typeface="Arial"/>
        </a:defRPr>
      </a:lvl9pPr>
    </p:titleStyle>
    <p:bodyStyle>
      <a:lvl1pPr marL="269875" indent="-269875" algn="l" rtl="0">
        <a:spcBef>
          <a:spcPts val="0"/>
        </a:spcBef>
        <a:spcAft>
          <a:spcPts val="0"/>
        </a:spcAft>
        <a:buClr>
          <a:srgbClr val="595959"/>
        </a:buClr>
        <a:buSzPct val="80000"/>
        <a:buFont typeface="Wingdings"/>
        <a:buChar char="§"/>
        <a:defRPr sz="2800">
          <a:solidFill>
            <a:srgbClr val="404040"/>
          </a:solidFill>
          <a:latin typeface="Arial"/>
          <a:ea typeface="+mn-ea"/>
          <a:cs typeface="Arial"/>
        </a:defRPr>
      </a:lvl1pPr>
      <a:lvl2pPr marL="895350" indent="-354013" algn="l" rtl="0">
        <a:spcBef>
          <a:spcPts val="0"/>
        </a:spcBef>
        <a:spcAft>
          <a:spcPts val="0"/>
        </a:spcAft>
        <a:buClr>
          <a:srgbClr val="595959"/>
        </a:buClr>
        <a:buFont typeface="Symbol"/>
        <a:buChar char="-"/>
        <a:defRPr sz="2500">
          <a:solidFill>
            <a:srgbClr val="404040"/>
          </a:solidFill>
          <a:latin typeface="Arial"/>
          <a:ea typeface="+mn-ea"/>
          <a:cs typeface="Arial"/>
        </a:defRPr>
      </a:lvl2pPr>
      <a:lvl3pPr marL="1343025" indent="-269875" algn="l" rtl="0">
        <a:spcBef>
          <a:spcPts val="0"/>
        </a:spcBef>
        <a:spcAft>
          <a:spcPts val="0"/>
        </a:spcAft>
        <a:buClr>
          <a:srgbClr val="595959"/>
        </a:buClr>
        <a:buSzPct val="80000"/>
        <a:buFont typeface="Wingdings"/>
        <a:buChar char="§"/>
        <a:defRPr sz="2200">
          <a:solidFill>
            <a:srgbClr val="404040"/>
          </a:solidFill>
          <a:latin typeface="Arial"/>
          <a:ea typeface="+mn-ea"/>
          <a:cs typeface="Arial"/>
        </a:defRPr>
      </a:lvl3pPr>
      <a:lvl4pPr marL="1790700" indent="-354013" algn="l" rtl="0">
        <a:spcBef>
          <a:spcPts val="0"/>
        </a:spcBef>
        <a:spcAft>
          <a:spcPts val="0"/>
        </a:spcAft>
        <a:buClr>
          <a:srgbClr val="595959"/>
        </a:buClr>
        <a:buFont typeface="Symbol"/>
        <a:buChar char="-"/>
        <a:defRPr sz="2000">
          <a:solidFill>
            <a:srgbClr val="404040"/>
          </a:solidFill>
          <a:latin typeface="Arial"/>
          <a:ea typeface="+mn-ea"/>
          <a:cs typeface="Arial"/>
        </a:defRPr>
      </a:lvl4pPr>
      <a:lvl5pPr marL="2057400" indent="-228600" algn="l" rtl="0">
        <a:spcBef>
          <a:spcPts val="0"/>
        </a:spcBef>
        <a:spcAft>
          <a:spcPts val="0"/>
        </a:spcAft>
        <a:buFont typeface="Arial"/>
        <a:buChar char="»"/>
        <a:defRPr sz="20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komoot.de/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komoot.de/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26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53921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Navi + Reise-App</a:t>
            </a:r>
            <a:endParaRPr/>
          </a:p>
        </p:txBody>
      </p:sp>
      <p:sp>
        <p:nvSpPr>
          <p:cNvPr id="1540030501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r>
              <a:rPr lang="de-AT"/>
              <a:t> – Rad+ Wandernavigation</a:t>
            </a:r>
            <a:endParaRPr/>
          </a:p>
          <a:p>
            <a:pPr lvl="1">
              <a:defRPr/>
            </a:pPr>
            <a:r>
              <a:rPr lang="de-AT" sz="1000"/>
              <a:t>Die Outdoor-Plattform Komoot.de wurde 2010 von sechs Freunden aus Österreich und Deutschland in </a:t>
            </a:r>
            <a:br>
              <a:rPr lang="de-AT" sz="1000"/>
            </a:br>
            <a:r>
              <a:rPr lang="de-AT" sz="1000"/>
              <a:t>Potsdam gegründet. Die Gründer sind: Jonas Spengler, Markus Hallermann, Tobias Hallermann, </a:t>
            </a:r>
            <a:br>
              <a:rPr lang="de-AT" sz="1000"/>
            </a:br>
            <a:r>
              <a:rPr lang="de-AT" sz="1000"/>
              <a:t>Christoph Lingg, Daniel Gard und Jan Heuer</a:t>
            </a:r>
            <a:endParaRPr lang="de-DE" sz="1100"/>
          </a:p>
          <a:p>
            <a:pPr lvl="1">
              <a:defRPr/>
            </a:pPr>
            <a:r>
              <a:rPr lang="de-DE" sz="1100"/>
              <a:t>Im März 25 von der Firma </a:t>
            </a:r>
            <a:r>
              <a:rPr lang="de-DE" sz="1100"/>
              <a:t>Bending</a:t>
            </a:r>
            <a:r>
              <a:rPr lang="de-DE" sz="1100"/>
              <a:t> Spoons gekauft.</a:t>
            </a:r>
            <a:br>
              <a:rPr lang="de-DE" sz="1100"/>
            </a:br>
            <a:r>
              <a:rPr lang="de-DE" sz="1100"/>
              <a:t>Bending</a:t>
            </a:r>
            <a:r>
              <a:rPr lang="de-DE" sz="1100"/>
              <a:t> Spoons ist ein italienisches Technologieunternehmen, das vor allem durch den Kauf und</a:t>
            </a:r>
            <a:br>
              <a:rPr lang="de-DE" sz="1100"/>
            </a:br>
            <a:r>
              <a:rPr lang="de-DE" sz="1100"/>
              <a:t>die Weiterentwicklung bestehender Apps und Plattformen bekannt geworden ist. </a:t>
            </a:r>
            <a:br>
              <a:rPr lang="de-DE" sz="1100"/>
            </a:br>
            <a:r>
              <a:rPr lang="de-DE" sz="1100"/>
              <a:t>Das Unternehmen hat sich einen Namen gemacht, indem es etablierte digitale Dienste übernimmt – </a:t>
            </a:r>
            <a:br>
              <a:rPr lang="de-DE" sz="1100"/>
            </a:br>
            <a:r>
              <a:rPr lang="de-DE" sz="1100"/>
              <a:t>darunter auch bekannte Namen wie Evernote, WeTransfer, Splash </a:t>
            </a:r>
            <a:endParaRPr lang="de-AT" sz="1100"/>
          </a:p>
          <a:p>
            <a:pPr>
              <a:defRPr/>
            </a:pPr>
            <a:endParaRPr lang="de-AT"/>
          </a:p>
          <a:p>
            <a:pPr>
              <a:defRPr/>
            </a:pPr>
            <a:endParaRPr lang="de-AT"/>
          </a:p>
          <a:p>
            <a:pPr>
              <a:defRPr/>
            </a:pPr>
            <a:r>
              <a:rPr lang="de-AT"/>
              <a:t>Findpenguins</a:t>
            </a:r>
            <a:r>
              <a:rPr lang="de-AT"/>
              <a:t> – Reisetagebuch</a:t>
            </a:r>
            <a:endParaRPr/>
          </a:p>
          <a:p>
            <a:pPr lvl="1">
              <a:defRPr/>
            </a:pPr>
            <a:r>
              <a:rPr lang="de-DE" sz="1100"/>
              <a:t>FindPenguins</a:t>
            </a:r>
            <a:r>
              <a:rPr lang="de-DE" sz="1100"/>
              <a:t> wurde 2014 gegründet.</a:t>
            </a:r>
            <a:br>
              <a:rPr lang="de-DE" sz="1100"/>
            </a:br>
            <a:r>
              <a:rPr lang="de-DE" sz="1100"/>
              <a:t>Tobias Riedle präsentierte die Plattform 2016 in der TV-Sendung „Die Höhle der Löwen“</a:t>
            </a:r>
            <a:endParaRPr lang="de-AT" sz="1100"/>
          </a:p>
          <a:p>
            <a:pPr marL="0" indent="0">
              <a:buClr>
                <a:srgbClr val="595959"/>
              </a:buClr>
              <a:buSzPct val="80000"/>
              <a:buFont typeface="Wingdings"/>
              <a:buNone/>
              <a:defRPr/>
            </a:pPr>
            <a:endParaRPr lang="de-AT"/>
          </a:p>
          <a:p>
            <a:pPr>
              <a:defRPr/>
            </a:pPr>
            <a:endParaRPr lang="de-AT"/>
          </a:p>
          <a:p>
            <a:pPr>
              <a:defRPr/>
            </a:pPr>
            <a:endParaRPr lang="de-AT"/>
          </a:p>
        </p:txBody>
      </p:sp>
      <p:pic>
        <p:nvPicPr>
          <p:cNvPr id="740723471" name="Grafik 1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40352" y="1344990"/>
            <a:ext cx="892347" cy="1003890"/>
          </a:xfrm>
          <a:prstGeom prst="rect">
            <a:avLst/>
          </a:prstGeom>
        </p:spPr>
      </p:pic>
      <p:pic>
        <p:nvPicPr>
          <p:cNvPr id="720104608" name="Grafik 58421215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772883" y="3933056"/>
            <a:ext cx="831565" cy="831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11897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endParaRPr/>
          </a:p>
        </p:txBody>
      </p:sp>
      <p:sp>
        <p:nvSpPr>
          <p:cNvPr id="812859024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Touren für Wandern + Radfahren</a:t>
            </a:r>
            <a:br>
              <a:rPr lang="de-AT"/>
            </a:br>
            <a:endParaRPr lang="de-AT"/>
          </a:p>
          <a:p>
            <a:pPr lvl="1">
              <a:defRPr/>
            </a:pPr>
            <a:r>
              <a:rPr lang="de-AT"/>
              <a:t>WEB-Portal (Einfachere Tourenplanung als App)</a:t>
            </a:r>
            <a:endParaRPr/>
          </a:p>
          <a:p>
            <a:pPr lvl="2">
              <a:defRPr/>
            </a:pPr>
            <a:r>
              <a:rPr lang="de-AT" sz="2200" b="0" i="0" u="sng" strike="noStrike" cap="none" spc="0">
                <a:solidFill>
                  <a:srgbClr val="404040"/>
                </a:solidFill>
                <a:latin typeface="Arial"/>
                <a:ea typeface="+mn-ea"/>
                <a:cs typeface="Arial"/>
                <a:hlinkClick r:id="rId3" tooltip=""/>
              </a:rPr>
              <a:t>www.komoot.de</a:t>
            </a:r>
            <a:br>
              <a:rPr lang="de-AT"/>
            </a:br>
            <a:endParaRPr lang="de-AT"/>
          </a:p>
          <a:p>
            <a:pPr lvl="1">
              <a:defRPr/>
            </a:pPr>
            <a:r>
              <a:rPr lang="de-AT"/>
              <a:t>Handy - App (Tourenplanung und zum Navigieren)</a:t>
            </a:r>
            <a:endParaRPr/>
          </a:p>
          <a:p>
            <a:pPr>
              <a:defRPr/>
            </a:pPr>
            <a:endParaRPr/>
          </a:p>
          <a:p>
            <a:pPr lvl="2">
              <a:defRPr/>
            </a:pPr>
            <a:r>
              <a:rPr lang="de-AT"/>
              <a:t>Konto anlegen</a:t>
            </a:r>
            <a:endParaRPr/>
          </a:p>
          <a:p>
            <a:pPr lvl="3">
              <a:defRPr/>
            </a:pPr>
            <a:r>
              <a:rPr lang="de-AT"/>
              <a:t>Daten sind sowohl im Web als auch in der App!</a:t>
            </a:r>
            <a:endParaRPr/>
          </a:p>
          <a:p>
            <a:pPr lvl="2">
              <a:defRPr/>
            </a:pPr>
            <a:r>
              <a:rPr lang="de-AT"/>
              <a:t>Karten</a:t>
            </a:r>
            <a:endParaRPr/>
          </a:p>
          <a:p>
            <a:pPr lvl="2">
              <a:defRPr/>
            </a:pPr>
            <a:r>
              <a:rPr lang="de-AT"/>
              <a:t>Touren suchen</a:t>
            </a:r>
            <a:endParaRPr/>
          </a:p>
          <a:p>
            <a:pPr lvl="2">
              <a:defRPr/>
            </a:pPr>
            <a:r>
              <a:rPr lang="de-AT"/>
              <a:t>Touren erstellen</a:t>
            </a:r>
            <a:endParaRPr/>
          </a:p>
          <a:p>
            <a:pPr lvl="2">
              <a:defRPr/>
            </a:pPr>
            <a:r>
              <a:rPr lang="de-AT"/>
              <a:t>Navigieren</a:t>
            </a:r>
            <a:endParaRPr/>
          </a:p>
          <a:p>
            <a:pPr marL="0" indent="0">
              <a:buNone/>
              <a:defRPr/>
            </a:pPr>
            <a:endParaRPr lang="de-AT"/>
          </a:p>
        </p:txBody>
      </p:sp>
      <p:pic>
        <p:nvPicPr>
          <p:cNvPr id="1517038774" name="Grafik 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920000" y="-27384"/>
            <a:ext cx="764024" cy="859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58757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endParaRPr/>
          </a:p>
        </p:txBody>
      </p:sp>
      <p:sp>
        <p:nvSpPr>
          <p:cNvPr id="654275655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Konto anlegen</a:t>
            </a:r>
            <a:endParaRPr/>
          </a:p>
        </p:txBody>
      </p:sp>
      <p:pic>
        <p:nvPicPr>
          <p:cNvPr id="56455957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27384"/>
            <a:ext cx="764022" cy="859527"/>
          </a:xfrm>
          <a:prstGeom prst="rect">
            <a:avLst/>
          </a:prstGeom>
        </p:spPr>
      </p:pic>
      <p:pic>
        <p:nvPicPr>
          <p:cNvPr id="48172198" name="Grafik 25874465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97180" y="1810164"/>
            <a:ext cx="1991655" cy="4066760"/>
          </a:xfrm>
          <a:prstGeom prst="rect">
            <a:avLst/>
          </a:prstGeom>
        </p:spPr>
      </p:pic>
      <p:sp>
        <p:nvSpPr>
          <p:cNvPr id="175953364" name="Pfeil: nach rechts 147671993"/>
          <p:cNvSpPr/>
          <p:nvPr/>
        </p:nvSpPr>
        <p:spPr bwMode="auto">
          <a:xfrm>
            <a:off x="2833499" y="4422912"/>
            <a:ext cx="4182717" cy="91108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7770447" name="Pfeil: nach rechts 1922506313"/>
          <p:cNvSpPr/>
          <p:nvPr/>
        </p:nvSpPr>
        <p:spPr bwMode="auto">
          <a:xfrm>
            <a:off x="2861660" y="3332921"/>
            <a:ext cx="389281" cy="9110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41061539" name="Textfeld 673530955"/>
          <p:cNvSpPr txBox="1"/>
          <p:nvPr/>
        </p:nvSpPr>
        <p:spPr bwMode="auto">
          <a:xfrm>
            <a:off x="3446412" y="3221934"/>
            <a:ext cx="1675246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de-AT" sz="1100"/>
              <a:t>siehe nächste Seite</a:t>
            </a:r>
            <a:endParaRPr/>
          </a:p>
        </p:txBody>
      </p:sp>
      <p:pic>
        <p:nvPicPr>
          <p:cNvPr id="171837854" name="Grafik 1921598287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241635" y="4356037"/>
            <a:ext cx="1362275" cy="2287229"/>
          </a:xfrm>
          <a:prstGeom prst="rect">
            <a:avLst/>
          </a:prstGeom>
        </p:spPr>
      </p:pic>
      <p:sp>
        <p:nvSpPr>
          <p:cNvPr id="282114327" name="Pfeil: nach rechts 907670676"/>
          <p:cNvSpPr/>
          <p:nvPr/>
        </p:nvSpPr>
        <p:spPr bwMode="auto">
          <a:xfrm>
            <a:off x="2848407" y="3609559"/>
            <a:ext cx="2076450" cy="9110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33179180" name="Grafik 307262508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217812" y="3320949"/>
            <a:ext cx="1649316" cy="979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50358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endParaRPr/>
          </a:p>
        </p:txBody>
      </p:sp>
      <p:sp>
        <p:nvSpPr>
          <p:cNvPr id="566597741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Konto</a:t>
            </a:r>
            <a:endParaRPr/>
          </a:p>
          <a:p>
            <a:pPr lvl="1">
              <a:defRPr/>
            </a:pPr>
            <a:r>
              <a:rPr lang="de-AT" sz="2000"/>
              <a:t>Privatsphäre</a:t>
            </a:r>
            <a:endParaRPr sz="2000"/>
          </a:p>
        </p:txBody>
      </p:sp>
      <p:pic>
        <p:nvPicPr>
          <p:cNvPr id="1135774868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27384"/>
            <a:ext cx="764023" cy="859527"/>
          </a:xfrm>
          <a:prstGeom prst="rect">
            <a:avLst/>
          </a:prstGeom>
        </p:spPr>
      </p:pic>
      <p:pic>
        <p:nvPicPr>
          <p:cNvPr id="1087696179" name="Grafik 88150658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74065" y="1041744"/>
            <a:ext cx="6027067" cy="2071221"/>
          </a:xfrm>
          <a:prstGeom prst="rect">
            <a:avLst/>
          </a:prstGeom>
        </p:spPr>
      </p:pic>
      <p:pic>
        <p:nvPicPr>
          <p:cNvPr id="1549621796" name="Grafik 61927190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874065" y="2930748"/>
            <a:ext cx="6027067" cy="32934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81016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endParaRPr/>
          </a:p>
        </p:txBody>
      </p:sp>
      <p:sp>
        <p:nvSpPr>
          <p:cNvPr id="2023199481" name="Textplatzhalter 2"/>
          <p:cNvSpPr>
            <a:spLocks noGrp="1"/>
          </p:cNvSpPr>
          <p:nvPr>
            <p:ph type="body" sz="quarter" idx="10"/>
          </p:nvPr>
        </p:nvSpPr>
        <p:spPr bwMode="auto">
          <a:xfrm>
            <a:off x="468311" y="1268758"/>
            <a:ext cx="8136135" cy="5112567"/>
          </a:xfrm>
        </p:spPr>
        <p:txBody>
          <a:bodyPr/>
          <a:lstStyle/>
          <a:p>
            <a:pPr>
              <a:defRPr/>
            </a:pPr>
            <a:r>
              <a:rPr lang="de-AT"/>
              <a:t>Konto</a:t>
            </a:r>
            <a:endParaRPr/>
          </a:p>
          <a:p>
            <a:pPr lvl="1">
              <a:defRPr/>
            </a:pPr>
            <a:r>
              <a:rPr lang="de-AT"/>
              <a:t>Folgen Dir</a:t>
            </a:r>
            <a:endParaRPr/>
          </a:p>
          <a:p>
            <a:pPr lvl="1">
              <a:defRPr/>
            </a:pPr>
            <a:r>
              <a:rPr lang="de-AT"/>
              <a:t>Du folgst</a:t>
            </a:r>
            <a:br>
              <a:rPr lang="de-AT"/>
            </a:br>
            <a:endParaRPr lang="de-AT"/>
          </a:p>
          <a:p>
            <a:pPr>
              <a:defRPr/>
            </a:pPr>
            <a:r>
              <a:rPr lang="de-AT"/>
              <a:t>Neu Hinzufügen</a:t>
            </a:r>
            <a:endParaRPr/>
          </a:p>
        </p:txBody>
      </p:sp>
      <p:pic>
        <p:nvPicPr>
          <p:cNvPr id="312727719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27384"/>
            <a:ext cx="764022" cy="859527"/>
          </a:xfrm>
          <a:prstGeom prst="rect">
            <a:avLst/>
          </a:prstGeom>
        </p:spPr>
      </p:pic>
      <p:pic>
        <p:nvPicPr>
          <p:cNvPr id="819103945" name="Grafik 580380984"/>
          <p:cNvPicPr>
            <a:picLocks noChangeAspect="1"/>
          </p:cNvPicPr>
          <p:nvPr/>
        </p:nvPicPr>
        <p:blipFill rotWithShape="1">
          <a:blip r:embed="rId4"/>
          <a:srcRect l="0" t="0" r="0" b="59809"/>
          <a:stretch/>
        </p:blipFill>
        <p:spPr bwMode="auto">
          <a:xfrm>
            <a:off x="6156176" y="1268413"/>
            <a:ext cx="1792055" cy="1584523"/>
          </a:xfrm>
          <a:prstGeom prst="rect">
            <a:avLst/>
          </a:prstGeom>
        </p:spPr>
      </p:pic>
      <p:sp>
        <p:nvSpPr>
          <p:cNvPr id="1476081688" name="Pfeil: nach oben gebogen 1"/>
          <p:cNvSpPr/>
          <p:nvPr/>
        </p:nvSpPr>
        <p:spPr bwMode="auto">
          <a:xfrm>
            <a:off x="3491880" y="2852936"/>
            <a:ext cx="4320480" cy="216024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A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40395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endParaRPr/>
          </a:p>
        </p:txBody>
      </p:sp>
      <p:sp>
        <p:nvSpPr>
          <p:cNvPr id="1168660354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Karten</a:t>
            </a:r>
            <a:endParaRPr lang="de-AT"/>
          </a:p>
          <a:p>
            <a:pPr lvl="1">
              <a:defRPr/>
            </a:pPr>
            <a:r>
              <a:rPr lang="de-AT"/>
              <a:t>Online navigieren</a:t>
            </a:r>
            <a:endParaRPr lang="de-AT"/>
          </a:p>
          <a:p>
            <a:pPr lvl="2">
              <a:defRPr/>
            </a:pPr>
            <a:r>
              <a:rPr lang="de-AT"/>
              <a:t>Internet muss </a:t>
            </a:r>
            <a:r>
              <a:rPr lang="de-AT"/>
              <a:t>vorhanden sein</a:t>
            </a:r>
            <a:endParaRPr/>
          </a:p>
          <a:p>
            <a:pPr lvl="1">
              <a:defRPr/>
            </a:pPr>
            <a:r>
              <a:rPr lang="de-AT"/>
              <a:t>Offline</a:t>
            </a:r>
            <a:endParaRPr lang="de-AT"/>
          </a:p>
          <a:p>
            <a:pPr lvl="2">
              <a:defRPr/>
            </a:pPr>
            <a:r>
              <a:rPr lang="de-AT"/>
              <a:t>Von jemanden zu einer</a:t>
            </a:r>
            <a:br>
              <a:rPr lang="de-AT"/>
            </a:br>
            <a:r>
              <a:rPr lang="de-AT"/>
              <a:t>Karte einladen lassen</a:t>
            </a:r>
            <a:endParaRPr/>
          </a:p>
          <a:p>
            <a:pPr lvl="1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r>
              <a:rPr lang="de-AT"/>
              <a:t>Oder ....</a:t>
            </a:r>
            <a:endParaRPr/>
          </a:p>
          <a:p>
            <a:pPr lvl="1">
              <a:defRPr/>
            </a:pPr>
            <a:endParaRPr/>
          </a:p>
          <a:p>
            <a:pPr marL="0" indent="0">
              <a:buNone/>
              <a:defRPr/>
            </a:pPr>
            <a:endParaRPr lang="de-AT"/>
          </a:p>
        </p:txBody>
      </p:sp>
      <p:pic>
        <p:nvPicPr>
          <p:cNvPr id="228482682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27384"/>
            <a:ext cx="764023" cy="859527"/>
          </a:xfrm>
          <a:prstGeom prst="rect">
            <a:avLst/>
          </a:prstGeom>
        </p:spPr>
      </p:pic>
      <p:pic>
        <p:nvPicPr>
          <p:cNvPr id="2108895871" name="Grafik 39016186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614673" y="1410879"/>
            <a:ext cx="3276415" cy="2103984"/>
          </a:xfrm>
          <a:prstGeom prst="rect">
            <a:avLst/>
          </a:prstGeom>
        </p:spPr>
      </p:pic>
      <p:pic>
        <p:nvPicPr>
          <p:cNvPr id="172597660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614673" y="4038539"/>
            <a:ext cx="3276415" cy="1896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69346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endParaRPr/>
          </a:p>
        </p:txBody>
      </p:sp>
      <p:sp>
        <p:nvSpPr>
          <p:cNvPr id="2019918666" name="Textplatzhalter 2"/>
          <p:cNvSpPr>
            <a:spLocks noGrp="1"/>
          </p:cNvSpPr>
          <p:nvPr>
            <p:ph type="body" sz="quarter" idx="10"/>
          </p:nvPr>
        </p:nvSpPr>
        <p:spPr bwMode="auto">
          <a:xfrm>
            <a:off x="468313" y="1268760"/>
            <a:ext cx="8136135" cy="5112568"/>
          </a:xfrm>
        </p:spPr>
        <p:txBody>
          <a:bodyPr/>
          <a:lstStyle/>
          <a:p>
            <a:pPr>
              <a:defRPr/>
            </a:pPr>
            <a:r>
              <a:rPr lang="de-AT"/>
              <a:t>Einladung (1 Karte gratis)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 lang="de-AT"/>
          </a:p>
          <a:p>
            <a:pPr>
              <a:defRPr/>
            </a:pPr>
            <a:r>
              <a:rPr lang="de-AT"/>
              <a:t>Weltpaket</a:t>
            </a:r>
            <a:endParaRPr/>
          </a:p>
          <a:p>
            <a:pPr lvl="1">
              <a:defRPr/>
            </a:pPr>
            <a:r>
              <a:rPr lang="de-AT" sz="2000"/>
              <a:t>abwarten auf Aktion evtl. zu EUR 19,99</a:t>
            </a:r>
            <a:endParaRPr/>
          </a:p>
          <a:p>
            <a:pPr>
              <a:defRPr/>
            </a:pPr>
            <a:endParaRPr lang="de-AT"/>
          </a:p>
          <a:p>
            <a:pPr>
              <a:defRPr/>
            </a:pPr>
            <a:endParaRPr lang="de-AT"/>
          </a:p>
          <a:p>
            <a:pPr>
              <a:defRPr/>
            </a:pPr>
            <a:endParaRPr lang="de-AT"/>
          </a:p>
          <a:p>
            <a:pPr>
              <a:defRPr/>
            </a:pPr>
            <a:endParaRPr lang="de-AT"/>
          </a:p>
          <a:p>
            <a:pPr lvl="0">
              <a:defRPr/>
            </a:pPr>
            <a:r>
              <a:rPr lang="de-AT">
                <a:solidFill>
                  <a:srgbClr val="FF0000"/>
                </a:solidFill>
              </a:rPr>
              <a:t>Karten können dann auch offline verwendet werden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de-AT"/>
              <a:t>Abo nicht notwendig!</a:t>
            </a:r>
            <a:endParaRPr lang="de-AT"/>
          </a:p>
        </p:txBody>
      </p:sp>
      <p:pic>
        <p:nvPicPr>
          <p:cNvPr id="1680415480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27384"/>
            <a:ext cx="764024" cy="859527"/>
          </a:xfrm>
          <a:prstGeom prst="rect">
            <a:avLst/>
          </a:prstGeom>
        </p:spPr>
      </p:pic>
      <p:pic>
        <p:nvPicPr>
          <p:cNvPr id="2013186649" name="Grafik 1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340949" y="3429000"/>
            <a:ext cx="3263498" cy="1266055"/>
          </a:xfrm>
          <a:prstGeom prst="rect">
            <a:avLst/>
          </a:prstGeom>
        </p:spPr>
      </p:pic>
      <p:pic>
        <p:nvPicPr>
          <p:cNvPr id="1565376265" name="Grafik 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340949" y="1268413"/>
            <a:ext cx="1559224" cy="13791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65777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endParaRPr/>
          </a:p>
        </p:txBody>
      </p:sp>
      <p:sp>
        <p:nvSpPr>
          <p:cNvPr id="1001011820" name="Textplatzhalter 2"/>
          <p:cNvSpPr>
            <a:spLocks noGrp="1"/>
          </p:cNvSpPr>
          <p:nvPr>
            <p:ph type="body" sz="quarter" idx="10"/>
          </p:nvPr>
        </p:nvSpPr>
        <p:spPr bwMode="auto">
          <a:xfrm>
            <a:off x="468312" y="1268759"/>
            <a:ext cx="8136135" cy="5112567"/>
          </a:xfrm>
        </p:spPr>
        <p:txBody>
          <a:bodyPr/>
          <a:lstStyle/>
          <a:p>
            <a:pPr>
              <a:defRPr/>
            </a:pPr>
            <a:r>
              <a:rPr lang="de-AT"/>
              <a:t>Bearbeitung/Planung viel einfacher am Desktop</a:t>
            </a:r>
            <a:endParaRPr/>
          </a:p>
          <a:p>
            <a:pPr lvl="1">
              <a:defRPr/>
            </a:pPr>
            <a:r>
              <a:rPr lang="de-AT" u="sng">
                <a:hlinkClick r:id="rId3" tooltip=""/>
              </a:rPr>
              <a:t>www.komoot.de</a:t>
            </a:r>
            <a:endParaRPr lang="de-AT"/>
          </a:p>
        </p:txBody>
      </p:sp>
      <p:pic>
        <p:nvPicPr>
          <p:cNvPr id="447933084" name="Grafik 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920000" y="-27383"/>
            <a:ext cx="764023" cy="859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7856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endParaRPr/>
          </a:p>
        </p:txBody>
      </p:sp>
      <p:sp>
        <p:nvSpPr>
          <p:cNvPr id="1089927293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Navigieren</a:t>
            </a:r>
            <a:endParaRPr/>
          </a:p>
          <a:p>
            <a:pPr lvl="1">
              <a:defRPr/>
            </a:pPr>
            <a:r>
              <a:rPr lang="de-AT"/>
              <a:t>Routen von anderen Benutzern</a:t>
            </a:r>
            <a:endParaRPr/>
          </a:p>
          <a:p>
            <a:pPr lvl="1">
              <a:defRPr/>
            </a:pPr>
            <a:r>
              <a:rPr lang="de-AT"/>
              <a:t>Eigene Touren erstellen</a:t>
            </a:r>
            <a:endParaRPr/>
          </a:p>
          <a:p>
            <a:pPr>
              <a:defRPr/>
            </a:pPr>
            <a:endParaRPr lang="de-AT"/>
          </a:p>
          <a:p>
            <a:pPr>
              <a:defRPr/>
            </a:pPr>
            <a:endParaRPr lang="de-AT"/>
          </a:p>
          <a:p>
            <a:pPr>
              <a:defRPr/>
            </a:pPr>
            <a:endParaRPr lang="de-AT"/>
          </a:p>
          <a:p>
            <a:pPr>
              <a:defRPr/>
            </a:pPr>
            <a:endParaRPr lang="de-AT"/>
          </a:p>
          <a:p>
            <a:pPr>
              <a:defRPr/>
            </a:pPr>
            <a:endParaRPr lang="de-AT"/>
          </a:p>
          <a:p>
            <a:pPr>
              <a:defRPr/>
            </a:pPr>
            <a:r>
              <a:rPr lang="de-AT"/>
              <a:t>Aufzeichnen von Wanderrouten + Radrouten</a:t>
            </a:r>
            <a:endParaRPr/>
          </a:p>
          <a:p>
            <a:pPr lvl="1">
              <a:defRPr/>
            </a:pPr>
            <a:r>
              <a:rPr lang="de-AT"/>
              <a:t>Ortungsdienst/GPS ist </a:t>
            </a:r>
            <a:r>
              <a:rPr lang="de-AT" b="1">
                <a:solidFill>
                  <a:srgbClr val="FF0000"/>
                </a:solidFill>
              </a:rPr>
              <a:t>UNBEDINGT</a:t>
            </a:r>
            <a:r>
              <a:rPr lang="de-AT"/>
              <a:t> notwendig</a:t>
            </a:r>
            <a:endParaRPr/>
          </a:p>
          <a:p>
            <a:pPr lvl="1">
              <a:defRPr/>
            </a:pPr>
            <a:r>
              <a:rPr lang="de-AT"/>
              <a:t>kompatibel mit Garmin, Bosch …</a:t>
            </a:r>
            <a:endParaRPr/>
          </a:p>
          <a:p>
            <a:pPr lvl="1">
              <a:defRPr/>
            </a:pPr>
            <a:r>
              <a:rPr lang="de-AT"/>
              <a:t>Fotos einbinden</a:t>
            </a:r>
            <a:endParaRPr/>
          </a:p>
        </p:txBody>
      </p:sp>
      <p:pic>
        <p:nvPicPr>
          <p:cNvPr id="1675499687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27384"/>
            <a:ext cx="764024" cy="859527"/>
          </a:xfrm>
          <a:prstGeom prst="rect">
            <a:avLst/>
          </a:prstGeom>
        </p:spPr>
      </p:pic>
      <p:pic>
        <p:nvPicPr>
          <p:cNvPr id="955186814" name="Grafik 181657606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790391" y="1910641"/>
            <a:ext cx="2885295" cy="23880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14146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endParaRPr/>
          </a:p>
        </p:txBody>
      </p:sp>
      <p:sp>
        <p:nvSpPr>
          <p:cNvPr id="1918083722" name="Textplatzhalter 2"/>
          <p:cNvSpPr>
            <a:spLocks noGrp="1"/>
          </p:cNvSpPr>
          <p:nvPr>
            <p:ph type="body" sz="quarter" idx="10"/>
          </p:nvPr>
        </p:nvSpPr>
        <p:spPr bwMode="auto">
          <a:xfrm>
            <a:off x="468313" y="1268760"/>
            <a:ext cx="8136135" cy="5112568"/>
          </a:xfrm>
        </p:spPr>
        <p:txBody>
          <a:bodyPr/>
          <a:lstStyle/>
          <a:p>
            <a:pPr>
              <a:defRPr/>
            </a:pPr>
            <a:r>
              <a:rPr lang="de-AT"/>
              <a:t>Weltkarte</a:t>
            </a:r>
            <a:endParaRPr/>
          </a:p>
          <a:p>
            <a:pPr lvl="1">
              <a:defRPr/>
            </a:pPr>
            <a:r>
              <a:rPr lang="de-AT"/>
              <a:t>Bereiche Offline herunterladen</a:t>
            </a:r>
            <a:endParaRPr/>
          </a:p>
        </p:txBody>
      </p:sp>
      <p:pic>
        <p:nvPicPr>
          <p:cNvPr id="1769904831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27384"/>
            <a:ext cx="764024" cy="859527"/>
          </a:xfrm>
          <a:prstGeom prst="rect">
            <a:avLst/>
          </a:prstGeom>
        </p:spPr>
      </p:pic>
      <p:pic>
        <p:nvPicPr>
          <p:cNvPr id="1654761616" name="Grafik 205801635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941173" y="2136912"/>
            <a:ext cx="1799584" cy="3959086"/>
          </a:xfrm>
          <a:prstGeom prst="rect">
            <a:avLst/>
          </a:prstGeom>
        </p:spPr>
      </p:pic>
      <p:pic>
        <p:nvPicPr>
          <p:cNvPr id="827648866" name="Grafik 448747695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13810" y="2136912"/>
            <a:ext cx="1799584" cy="3959086"/>
          </a:xfrm>
          <a:prstGeom prst="rect">
            <a:avLst/>
          </a:prstGeom>
        </p:spPr>
      </p:pic>
      <p:pic>
        <p:nvPicPr>
          <p:cNvPr id="435076598" name="Grafik 1609608795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194366" y="2136912"/>
            <a:ext cx="1799584" cy="39590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60732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endParaRPr/>
          </a:p>
        </p:txBody>
      </p:sp>
      <p:sp>
        <p:nvSpPr>
          <p:cNvPr id="1982437935" name="Textplatzhalter 2"/>
          <p:cNvSpPr>
            <a:spLocks noGrp="1"/>
          </p:cNvSpPr>
          <p:nvPr>
            <p:ph type="body" sz="quarter" idx="10"/>
          </p:nvPr>
        </p:nvSpPr>
        <p:spPr bwMode="auto">
          <a:xfrm>
            <a:off x="468312" y="1268759"/>
            <a:ext cx="8136135" cy="5112567"/>
          </a:xfrm>
        </p:spPr>
        <p:txBody>
          <a:bodyPr/>
          <a:lstStyle/>
          <a:p>
            <a:pPr>
              <a:defRPr/>
            </a:pPr>
            <a:r>
              <a:rPr lang="de-AT"/>
              <a:t>Tourenplanung</a:t>
            </a:r>
            <a:endParaRPr/>
          </a:p>
          <a:p>
            <a:pPr lvl="1">
              <a:defRPr/>
            </a:pPr>
            <a:r>
              <a:rPr lang="de-AT"/>
              <a:t>Salzburg Hauptbahnhof – Bluntauseen - retour</a:t>
            </a:r>
            <a:endParaRPr/>
          </a:p>
          <a:p>
            <a:pPr lvl="2">
              <a:defRPr/>
            </a:pPr>
            <a:r>
              <a:rPr lang="de-AT" sz="1800"/>
              <a:t>Bis und von Hallein – immer rechts der Salzach in Fahrtrichtung</a:t>
            </a:r>
            <a:endParaRPr/>
          </a:p>
        </p:txBody>
      </p:sp>
      <p:pic>
        <p:nvPicPr>
          <p:cNvPr id="1118336725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27384"/>
            <a:ext cx="764023" cy="859527"/>
          </a:xfrm>
          <a:prstGeom prst="rect">
            <a:avLst/>
          </a:prstGeom>
        </p:spPr>
      </p:pic>
      <p:pic>
        <p:nvPicPr>
          <p:cNvPr id="658047133" name="Grafik 2042981629"/>
          <p:cNvPicPr>
            <a:picLocks noChangeAspect="1"/>
          </p:cNvPicPr>
          <p:nvPr/>
        </p:nvPicPr>
        <p:blipFill rotWithShape="1">
          <a:blip r:embed="rId4"/>
          <a:srcRect l="0" t="0" r="3567" b="0"/>
          <a:stretch/>
        </p:blipFill>
        <p:spPr bwMode="auto">
          <a:xfrm>
            <a:off x="3358153" y="2505057"/>
            <a:ext cx="5148932" cy="4104463"/>
          </a:xfrm>
          <a:prstGeom prst="rect">
            <a:avLst/>
          </a:prstGeom>
        </p:spPr>
      </p:pic>
      <p:pic>
        <p:nvPicPr>
          <p:cNvPr id="1522957187" name="Grafik 1459945461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81644" y="2505057"/>
            <a:ext cx="2626785" cy="3575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8781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endParaRPr/>
          </a:p>
        </p:txBody>
      </p:sp>
      <p:sp>
        <p:nvSpPr>
          <p:cNvPr id="411414587" name="Textplatzhalter 2"/>
          <p:cNvSpPr>
            <a:spLocks noGrp="1"/>
          </p:cNvSpPr>
          <p:nvPr>
            <p:ph type="body" sz="quarter" idx="10"/>
          </p:nvPr>
        </p:nvSpPr>
        <p:spPr bwMode="auto">
          <a:xfrm>
            <a:off x="468312" y="1268759"/>
            <a:ext cx="8136135" cy="5112567"/>
          </a:xfrm>
        </p:spPr>
        <p:txBody>
          <a:bodyPr/>
          <a:lstStyle/>
          <a:p>
            <a:pPr>
              <a:defRPr/>
            </a:pPr>
            <a:r>
              <a:rPr lang="de-AT"/>
              <a:t>Tourenplanung</a:t>
            </a:r>
            <a:endParaRPr/>
          </a:p>
          <a:p>
            <a:pPr lvl="1">
              <a:defRPr/>
            </a:pPr>
            <a:r>
              <a:rPr lang="de-AT" sz="2400" b="0" i="0" u="none" strike="noStrike" cap="none" spc="0">
                <a:solidFill>
                  <a:srgbClr val="404040"/>
                </a:solidFill>
                <a:latin typeface="Arial"/>
                <a:ea typeface="+mn-ea"/>
                <a:cs typeface="Arial"/>
              </a:rPr>
              <a:t>Immer Hinweise beachten, da angezeigt wird ob es Fahrverbote oder andere Hindernisse, wie Stiegen, gibt!</a:t>
            </a:r>
            <a:endParaRPr/>
          </a:p>
          <a:p>
            <a:pPr lvl="2">
              <a:defRPr/>
            </a:pPr>
            <a:r>
              <a:rPr lang="de-AT"/>
              <a:t>Fahrrad</a:t>
            </a:r>
            <a:endParaRPr/>
          </a:p>
          <a:p>
            <a:pPr lvl="2">
              <a:defRPr/>
            </a:pPr>
            <a:endParaRPr/>
          </a:p>
          <a:p>
            <a:pPr lvl="2">
              <a:defRPr/>
            </a:pPr>
            <a:endParaRPr lang="de-AT"/>
          </a:p>
          <a:p>
            <a:pPr lvl="2">
              <a:defRPr/>
            </a:pPr>
            <a:endParaRPr lang="de-AT"/>
          </a:p>
          <a:p>
            <a:pPr lvl="2">
              <a:defRPr/>
            </a:pPr>
            <a:endParaRPr lang="de-AT"/>
          </a:p>
          <a:p>
            <a:pPr lvl="2">
              <a:defRPr/>
            </a:pPr>
            <a:endParaRPr lang="de-AT"/>
          </a:p>
          <a:p>
            <a:pPr lvl="2">
              <a:defRPr/>
            </a:pPr>
            <a:r>
              <a:rPr lang="de-AT"/>
              <a:t>Mountainbike</a:t>
            </a:r>
            <a:endParaRPr/>
          </a:p>
          <a:p>
            <a:pPr lvl="2">
              <a:defRPr/>
            </a:pPr>
            <a:endParaRPr lang="de-AT" sz="1800"/>
          </a:p>
        </p:txBody>
      </p:sp>
      <p:pic>
        <p:nvPicPr>
          <p:cNvPr id="543354592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22815"/>
            <a:ext cx="764023" cy="859527"/>
          </a:xfrm>
          <a:prstGeom prst="rect">
            <a:avLst/>
          </a:prstGeom>
        </p:spPr>
      </p:pic>
      <p:pic>
        <p:nvPicPr>
          <p:cNvPr id="922146977" name="Grafik 103701451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67891" y="2531154"/>
            <a:ext cx="2527523" cy="3908148"/>
          </a:xfrm>
          <a:prstGeom prst="rect">
            <a:avLst/>
          </a:prstGeom>
        </p:spPr>
      </p:pic>
      <p:pic>
        <p:nvPicPr>
          <p:cNvPr id="129998145" name="Grafik 1887259135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266677" y="2783059"/>
            <a:ext cx="2539403" cy="1291878"/>
          </a:xfrm>
          <a:prstGeom prst="rect">
            <a:avLst/>
          </a:prstGeom>
        </p:spPr>
      </p:pic>
      <p:sp>
        <p:nvSpPr>
          <p:cNvPr id="194579680" name="Pfeil: nach rechts 1885494125"/>
          <p:cNvSpPr/>
          <p:nvPr/>
        </p:nvSpPr>
        <p:spPr bwMode="auto">
          <a:xfrm>
            <a:off x="2990869" y="2932043"/>
            <a:ext cx="240195" cy="173934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0698517" name="Pfeil: nach rechts 1293214105"/>
          <p:cNvSpPr/>
          <p:nvPr/>
        </p:nvSpPr>
        <p:spPr bwMode="auto">
          <a:xfrm>
            <a:off x="3802565" y="4936434"/>
            <a:ext cx="1830455" cy="19878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51141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endParaRPr/>
          </a:p>
        </p:txBody>
      </p:sp>
      <p:sp>
        <p:nvSpPr>
          <p:cNvPr id="2032099742" name="Textplatzhalter 2"/>
          <p:cNvSpPr>
            <a:spLocks noGrp="1"/>
          </p:cNvSpPr>
          <p:nvPr>
            <p:ph type="body" sz="quarter" idx="10"/>
          </p:nvPr>
        </p:nvSpPr>
        <p:spPr bwMode="auto">
          <a:xfrm>
            <a:off x="468311" y="1268758"/>
            <a:ext cx="8136135" cy="5112567"/>
          </a:xfrm>
        </p:spPr>
        <p:txBody>
          <a:bodyPr/>
          <a:lstStyle/>
          <a:p>
            <a:pPr>
              <a:defRPr/>
            </a:pPr>
            <a:r>
              <a:rPr lang="de-AT"/>
              <a:t>Planungseinstellungen</a:t>
            </a:r>
            <a:endParaRPr/>
          </a:p>
          <a:p>
            <a:pPr lvl="1">
              <a:defRPr/>
            </a:pPr>
            <a:r>
              <a:rPr lang="de-AT" sz="2400" b="0" i="0" u="none" strike="noStrike" cap="none" spc="0">
                <a:solidFill>
                  <a:srgbClr val="404040"/>
                </a:solidFill>
                <a:latin typeface="Arial"/>
                <a:ea typeface="Arial"/>
                <a:cs typeface="Arial"/>
              </a:rPr>
              <a:t>Neu ...</a:t>
            </a:r>
            <a:endParaRPr/>
          </a:p>
          <a:p>
            <a:pPr lvl="2">
              <a:defRPr/>
            </a:pPr>
            <a:r>
              <a:rPr lang="de-AT"/>
              <a:t>Routeneinstellung</a:t>
            </a:r>
            <a:endParaRPr lang="de-AT"/>
          </a:p>
          <a:p>
            <a:pPr lvl="3">
              <a:defRPr/>
            </a:pPr>
            <a:r>
              <a:rPr lang="de-AT"/>
              <a:t>nur mit “PREMIUM”</a:t>
            </a:r>
            <a:endParaRPr/>
          </a:p>
          <a:p>
            <a:pPr lvl="2">
              <a:defRPr/>
            </a:pPr>
            <a:endParaRPr lang="de-AT" sz="1800"/>
          </a:p>
        </p:txBody>
      </p:sp>
      <p:pic>
        <p:nvPicPr>
          <p:cNvPr id="2145284211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22815"/>
            <a:ext cx="764022" cy="859527"/>
          </a:xfrm>
          <a:prstGeom prst="rect">
            <a:avLst/>
          </a:prstGeom>
        </p:spPr>
      </p:pic>
      <p:pic>
        <p:nvPicPr>
          <p:cNvPr id="136622950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234668" y="1971260"/>
            <a:ext cx="3362592" cy="43972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02485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endParaRPr/>
          </a:p>
        </p:txBody>
      </p:sp>
      <p:sp>
        <p:nvSpPr>
          <p:cNvPr id="1760457944" name="Textplatzhalter 2"/>
          <p:cNvSpPr>
            <a:spLocks noGrp="1"/>
          </p:cNvSpPr>
          <p:nvPr>
            <p:ph type="body" sz="quarter" idx="10"/>
          </p:nvPr>
        </p:nvSpPr>
        <p:spPr bwMode="auto">
          <a:xfrm>
            <a:off x="468311" y="1268758"/>
            <a:ext cx="8136135" cy="5112567"/>
          </a:xfrm>
        </p:spPr>
        <p:txBody>
          <a:bodyPr/>
          <a:lstStyle/>
          <a:p>
            <a:pPr>
              <a:defRPr/>
            </a:pPr>
            <a:r>
              <a:rPr lang="de-AT"/>
              <a:t>Tour</a:t>
            </a:r>
            <a:endParaRPr/>
          </a:p>
          <a:p>
            <a:pPr lvl="1">
              <a:defRPr/>
            </a:pPr>
            <a:r>
              <a:rPr lang="de-AT"/>
              <a:t>Jede Navigation wird aufgezeichnet</a:t>
            </a:r>
            <a:endParaRPr/>
          </a:p>
          <a:p>
            <a:pPr lvl="2">
              <a:defRPr/>
            </a:pPr>
            <a:r>
              <a:rPr lang="de-AT"/>
              <a:t>Fotos</a:t>
            </a:r>
            <a:endParaRPr/>
          </a:p>
          <a:p>
            <a:pPr lvl="3">
              <a:defRPr/>
            </a:pPr>
            <a:r>
              <a:rPr lang="de-AT"/>
              <a:t>Während der Navigation können Fotos gemacht werden</a:t>
            </a:r>
            <a:endParaRPr/>
          </a:p>
          <a:p>
            <a:pPr lvl="3">
              <a:defRPr/>
            </a:pPr>
            <a:r>
              <a:rPr lang="de-AT"/>
              <a:t>In der aufgezeichneten Tour sind dann die Fotos an der Stelle in der Tour hinterlegt, an welchem Platz/Stelle sie gemacht wurden </a:t>
            </a:r>
            <a:endParaRPr/>
          </a:p>
        </p:txBody>
      </p:sp>
      <p:pic>
        <p:nvPicPr>
          <p:cNvPr id="763674540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27384"/>
            <a:ext cx="764022" cy="859527"/>
          </a:xfrm>
          <a:prstGeom prst="rect">
            <a:avLst/>
          </a:prstGeom>
        </p:spPr>
      </p:pic>
      <p:pic>
        <p:nvPicPr>
          <p:cNvPr id="1082759095" name="Grafik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28184" y="3861048"/>
            <a:ext cx="2193963" cy="27040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88071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endParaRPr/>
          </a:p>
        </p:txBody>
      </p:sp>
      <p:sp>
        <p:nvSpPr>
          <p:cNvPr id="317257199" name="Textplatzhalter 2"/>
          <p:cNvSpPr>
            <a:spLocks noGrp="1"/>
          </p:cNvSpPr>
          <p:nvPr>
            <p:ph type="body" sz="quarter" idx="10"/>
          </p:nvPr>
        </p:nvSpPr>
        <p:spPr bwMode="auto">
          <a:xfrm>
            <a:off x="468311" y="1268758"/>
            <a:ext cx="8136135" cy="5112567"/>
          </a:xfrm>
        </p:spPr>
        <p:txBody>
          <a:bodyPr/>
          <a:lstStyle/>
          <a:p>
            <a:pPr>
              <a:defRPr/>
            </a:pPr>
            <a:r>
              <a:rPr lang="de-AT"/>
              <a:t>Aufzeichnen </a:t>
            </a:r>
            <a:endParaRPr/>
          </a:p>
          <a:p>
            <a:pPr lvl="1">
              <a:defRPr/>
            </a:pPr>
            <a:r>
              <a:rPr lang="de-AT"/>
              <a:t>OHNE Tourenplanung</a:t>
            </a:r>
            <a:endParaRPr/>
          </a:p>
          <a:p>
            <a:pPr lvl="2">
              <a:defRPr/>
            </a:pPr>
            <a:r>
              <a:rPr lang="de-AT"/>
              <a:t>Den Weg einfach nur mit Start und Stopp aufzeichnen</a:t>
            </a:r>
            <a:endParaRPr/>
          </a:p>
          <a:p>
            <a:pPr>
              <a:defRPr/>
            </a:pPr>
            <a:endParaRPr lang="de-AT"/>
          </a:p>
          <a:p>
            <a:pPr>
              <a:defRPr/>
            </a:pPr>
            <a:r>
              <a:rPr lang="de-AT"/>
              <a:t>Bei Pausen, kann die</a:t>
            </a:r>
            <a:br>
              <a:rPr lang="de-AT"/>
            </a:br>
            <a:r>
              <a:rPr lang="de-AT"/>
              <a:t>Aufzeichnung pausiert</a:t>
            </a:r>
            <a:br>
              <a:rPr lang="de-AT"/>
            </a:br>
            <a:r>
              <a:rPr lang="de-AT"/>
              <a:t>werden, daraus folgt</a:t>
            </a:r>
            <a:endParaRPr/>
          </a:p>
          <a:p>
            <a:pPr lvl="1">
              <a:defRPr/>
            </a:pPr>
            <a:r>
              <a:rPr lang="de-AT"/>
              <a:t>Bewegungszeit</a:t>
            </a:r>
            <a:endParaRPr/>
          </a:p>
          <a:p>
            <a:pPr lvl="1">
              <a:defRPr/>
            </a:pPr>
            <a:r>
              <a:rPr lang="de-AT"/>
              <a:t>Verstrichene Zeit</a:t>
            </a:r>
            <a:endParaRPr/>
          </a:p>
        </p:txBody>
      </p:sp>
      <p:pic>
        <p:nvPicPr>
          <p:cNvPr id="1906276711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27384"/>
            <a:ext cx="764022" cy="859527"/>
          </a:xfrm>
          <a:prstGeom prst="rect">
            <a:avLst/>
          </a:prstGeom>
        </p:spPr>
      </p:pic>
      <p:pic>
        <p:nvPicPr>
          <p:cNvPr id="605757260" name="Grafik 84786885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791450" y="2596595"/>
            <a:ext cx="1652756" cy="3636065"/>
          </a:xfrm>
          <a:prstGeom prst="rect">
            <a:avLst/>
          </a:prstGeom>
        </p:spPr>
      </p:pic>
      <p:pic>
        <p:nvPicPr>
          <p:cNvPr id="2076776581" name="Grafik 334781968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697947" y="2596596"/>
            <a:ext cx="1652756" cy="3636065"/>
          </a:xfrm>
          <a:prstGeom prst="rect">
            <a:avLst/>
          </a:prstGeom>
        </p:spPr>
      </p:pic>
      <p:sp>
        <p:nvSpPr>
          <p:cNvPr id="1148304516" name="Pfeil: nach rechts 585997076"/>
          <p:cNvSpPr/>
          <p:nvPr/>
        </p:nvSpPr>
        <p:spPr bwMode="auto">
          <a:xfrm rot="16199969">
            <a:off x="5385916" y="6186898"/>
            <a:ext cx="463825" cy="223630"/>
          </a:xfrm>
          <a:prstGeom prst="rightArrow">
            <a:avLst>
              <a:gd name="adj1" fmla="val 50000"/>
              <a:gd name="adj2" fmla="val 700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18509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Komoot</a:t>
            </a:r>
            <a:endParaRPr/>
          </a:p>
        </p:txBody>
      </p:sp>
      <p:sp>
        <p:nvSpPr>
          <p:cNvPr id="1659057353" name="Textplatzhalter 2"/>
          <p:cNvSpPr>
            <a:spLocks noGrp="1"/>
          </p:cNvSpPr>
          <p:nvPr>
            <p:ph type="body" sz="quarter" idx="10"/>
          </p:nvPr>
        </p:nvSpPr>
        <p:spPr bwMode="auto">
          <a:xfrm>
            <a:off x="468311" y="1268758"/>
            <a:ext cx="8136135" cy="5112567"/>
          </a:xfrm>
        </p:spPr>
        <p:txBody>
          <a:bodyPr/>
          <a:lstStyle/>
          <a:p>
            <a:pPr>
              <a:defRPr/>
            </a:pPr>
            <a:r>
              <a:rPr lang="de-AT"/>
              <a:t>Am Ende der Route ist die Aufzeichnung zu speichern</a:t>
            </a:r>
            <a:endParaRPr/>
          </a:p>
          <a:p>
            <a:pPr lvl="1">
              <a:defRPr/>
            </a:pPr>
            <a:r>
              <a:rPr lang="de-AT"/>
              <a:t>In der App findet man die Touren unter</a:t>
            </a:r>
            <a:endParaRPr/>
          </a:p>
          <a:p>
            <a:pPr lvl="2">
              <a:defRPr/>
            </a:pPr>
            <a:r>
              <a:rPr lang="de-AT"/>
              <a:t>Profil</a:t>
            </a:r>
            <a:endParaRPr/>
          </a:p>
          <a:p>
            <a:pPr lvl="3">
              <a:defRPr/>
            </a:pPr>
            <a:r>
              <a:rPr lang="de-AT"/>
              <a:t>gespeicherte Touren</a:t>
            </a:r>
            <a:endParaRPr/>
          </a:p>
          <a:p>
            <a:pPr lvl="4">
              <a:defRPr/>
            </a:pPr>
            <a:r>
              <a:rPr lang="de-AT"/>
              <a:t>geplante Touren</a:t>
            </a:r>
            <a:endParaRPr/>
          </a:p>
          <a:p>
            <a:pPr lvl="3">
              <a:defRPr/>
            </a:pPr>
            <a:r>
              <a:rPr lang="de-AT"/>
              <a:t>Abgeschlossene Touren</a:t>
            </a:r>
            <a:endParaRPr/>
          </a:p>
          <a:p>
            <a:pPr lvl="4">
              <a:defRPr/>
            </a:pPr>
            <a:r>
              <a:rPr lang="de-AT"/>
              <a:t>gemachte, aufgezeichnete T.</a:t>
            </a:r>
            <a:endParaRPr/>
          </a:p>
        </p:txBody>
      </p:sp>
      <p:pic>
        <p:nvPicPr>
          <p:cNvPr id="521593070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27384"/>
            <a:ext cx="764022" cy="859527"/>
          </a:xfrm>
          <a:prstGeom prst="rect">
            <a:avLst/>
          </a:prstGeom>
        </p:spPr>
      </p:pic>
      <p:pic>
        <p:nvPicPr>
          <p:cNvPr id="204511582" name="Grafik 58038098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114282" y="2564904"/>
            <a:ext cx="1792055" cy="39425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25539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FindPenguins</a:t>
            </a:r>
            <a:endParaRPr lang="de-AT"/>
          </a:p>
        </p:txBody>
      </p:sp>
      <p:sp>
        <p:nvSpPr>
          <p:cNvPr id="1103044009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FindPenguins</a:t>
            </a:r>
            <a:r>
              <a:rPr lang="de-DE"/>
              <a:t> ist eine Reise-App und soziales Netzwerk, mit der Nutzer ihre Reisen dokumentieren, teilen und nachverfolgen können. Die App ermöglicht es, </a:t>
            </a:r>
            <a:r>
              <a:rPr lang="de-DE"/>
              <a:t>Reisetagebücher in Form von Fotos, Texten und GPS-Daten</a:t>
            </a:r>
            <a:r>
              <a:rPr lang="de-DE"/>
              <a:t> anzulegen und diese auf einer digitalen Weltkarte zu verknüpfen. Andere Nutzer können diese Reisen nachverfolgen, kommentieren und eigene Reisen posten. Zudem bietet </a:t>
            </a:r>
            <a:r>
              <a:rPr lang="de-DE"/>
              <a:t>FindPenguins</a:t>
            </a:r>
            <a:r>
              <a:rPr lang="de-DE"/>
              <a:t> Funktionen wie das </a:t>
            </a:r>
            <a:r>
              <a:rPr lang="de-DE"/>
              <a:t>automatische Tracking von Reiserouten</a:t>
            </a:r>
            <a:r>
              <a:rPr lang="de-DE"/>
              <a:t> und die </a:t>
            </a:r>
            <a:r>
              <a:rPr lang="de-DE">
                <a:solidFill>
                  <a:srgbClr val="FF0000"/>
                </a:solidFill>
              </a:rPr>
              <a:t>Erstellung von Fotobüchern aus den Reiseerinnerungen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841577814" name="Grafik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6759"/>
            <a:ext cx="828464" cy="8345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40393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FindPenguins</a:t>
            </a:r>
            <a:endParaRPr lang="de-AT"/>
          </a:p>
        </p:txBody>
      </p:sp>
      <p:sp>
        <p:nvSpPr>
          <p:cNvPr id="1898630962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WEB-Portal www.findpenguins.com</a:t>
            </a:r>
            <a:br>
              <a:rPr lang="de-DE"/>
            </a:br>
            <a:endParaRPr lang="de-DE"/>
          </a:p>
          <a:p>
            <a:pPr>
              <a:defRPr/>
            </a:pPr>
            <a:r>
              <a:rPr lang="de-DE"/>
              <a:t>Handy – App</a:t>
            </a:r>
            <a:endParaRPr/>
          </a:p>
          <a:p>
            <a:pPr>
              <a:defRPr/>
            </a:pPr>
            <a:endParaRPr lang="de-DE"/>
          </a:p>
          <a:p>
            <a:pPr lvl="1">
              <a:defRPr/>
            </a:pPr>
            <a:r>
              <a:rPr lang="de-DE"/>
              <a:t>Konto anlegen</a:t>
            </a:r>
            <a:endParaRPr/>
          </a:p>
          <a:p>
            <a:pPr lvl="1">
              <a:defRPr/>
            </a:pPr>
            <a:r>
              <a:rPr lang="de-DE"/>
              <a:t>Daten sind sowohl im Web als auch in der App!</a:t>
            </a:r>
            <a:endParaRPr/>
          </a:p>
          <a:p>
            <a:pPr lvl="1">
              <a:defRPr/>
            </a:pPr>
            <a:r>
              <a:rPr lang="de-DE"/>
              <a:t>Freunde zur Reise einladen</a:t>
            </a:r>
            <a:endParaRPr/>
          </a:p>
          <a:p>
            <a:pPr lvl="1">
              <a:defRPr/>
            </a:pPr>
            <a:r>
              <a:rPr lang="de-DE"/>
              <a:t>Reise erstellen</a:t>
            </a:r>
            <a:endParaRPr/>
          </a:p>
          <a:p>
            <a:pPr lvl="1">
              <a:defRPr/>
            </a:pPr>
            <a:r>
              <a:rPr lang="de-DE"/>
              <a:t>Reise dokumentieren</a:t>
            </a:r>
            <a:endParaRPr/>
          </a:p>
          <a:p>
            <a:pPr lvl="2">
              <a:defRPr/>
            </a:pPr>
            <a:r>
              <a:rPr lang="de-DE"/>
              <a:t>Footprints</a:t>
            </a:r>
            <a:r>
              <a:rPr lang="de-DE"/>
              <a:t> (digitale Spur/Fußabdruck)</a:t>
            </a:r>
            <a:endParaRPr/>
          </a:p>
          <a:p>
            <a:pPr lvl="3">
              <a:defRPr/>
            </a:pPr>
            <a:r>
              <a:rPr lang="de-DE"/>
              <a:t>max. 20 Fotos</a:t>
            </a:r>
            <a:endParaRPr/>
          </a:p>
          <a:p>
            <a:pPr lvl="1">
              <a:defRPr/>
            </a:pPr>
            <a:r>
              <a:rPr lang="de-DE"/>
              <a:t>Fotobuch erstellen</a:t>
            </a:r>
            <a:endParaRPr lang="de-AT"/>
          </a:p>
        </p:txBody>
      </p:sp>
      <p:pic>
        <p:nvPicPr>
          <p:cNvPr id="754270657" name="Grafik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6759"/>
            <a:ext cx="828464" cy="8345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33039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FindPenguins</a:t>
            </a:r>
            <a:endParaRPr lang="de-AT"/>
          </a:p>
        </p:txBody>
      </p:sp>
      <p:sp>
        <p:nvSpPr>
          <p:cNvPr id="371377977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 b="1"/>
              <a:t>Tracking</a:t>
            </a:r>
            <a:endParaRPr/>
          </a:p>
          <a:p>
            <a:pPr lvl="1">
              <a:defRPr/>
            </a:pPr>
            <a:r>
              <a:rPr lang="de-AT" b="1"/>
              <a:t>A</a:t>
            </a:r>
            <a:r>
              <a:rPr lang="de-DE" b="1"/>
              <a:t>utomatische Tracking</a:t>
            </a:r>
            <a:r>
              <a:rPr lang="de-DE"/>
              <a:t> </a:t>
            </a:r>
            <a:r>
              <a:rPr lang="de-DE" sz="1800"/>
              <a:t>(</a:t>
            </a:r>
            <a:r>
              <a:rPr lang="de-DE" sz="1800"/>
              <a:t>TravelTracker</a:t>
            </a:r>
            <a:r>
              <a:rPr lang="de-DE" sz="1800"/>
              <a:t> )</a:t>
            </a:r>
            <a:r>
              <a:rPr lang="de-DE"/>
              <a:t> in der App</a:t>
            </a:r>
            <a:r>
              <a:rPr lang="de-AT"/>
              <a:t> aktivieren, </a:t>
            </a:r>
            <a:r>
              <a:rPr lang="de-DE"/>
              <a:t> bevor </a:t>
            </a:r>
            <a:r>
              <a:rPr lang="de-AT"/>
              <a:t>es</a:t>
            </a:r>
            <a:r>
              <a:rPr lang="de-DE"/>
              <a:t> losgehst.</a:t>
            </a:r>
            <a:endParaRPr/>
          </a:p>
          <a:p>
            <a:pPr lvl="2">
              <a:buFont typeface="Arial"/>
              <a:buChar char="•"/>
              <a:defRPr/>
            </a:pPr>
            <a:r>
              <a:rPr lang="de-DE"/>
              <a:t>FindPenguins</a:t>
            </a:r>
            <a:r>
              <a:rPr lang="de-DE"/>
              <a:t> zeichnet d</a:t>
            </a:r>
            <a:r>
              <a:rPr lang="de-AT"/>
              <a:t>ie</a:t>
            </a:r>
            <a:r>
              <a:rPr lang="de-DE"/>
              <a:t> Route im Hintergrund auf (auch ohne aktive Internetverbindung)</a:t>
            </a:r>
            <a:endParaRPr/>
          </a:p>
          <a:p>
            <a:pPr lvl="2">
              <a:buFont typeface="Symbol"/>
              <a:buChar char="-"/>
              <a:defRPr/>
            </a:pPr>
            <a:r>
              <a:rPr lang="de-DE"/>
              <a:t>Nach der Reise werden d</a:t>
            </a:r>
            <a:r>
              <a:rPr lang="de-AT"/>
              <a:t>ie</a:t>
            </a:r>
            <a:r>
              <a:rPr lang="de-AT"/>
              <a:t> </a:t>
            </a:r>
            <a:r>
              <a:rPr lang="de-DE"/>
              <a:t>besuchten Orte automatisch als </a:t>
            </a:r>
            <a:r>
              <a:rPr lang="de-DE"/>
              <a:t>Footprints</a:t>
            </a:r>
            <a:r>
              <a:rPr lang="de-DE"/>
              <a:t> auf der Karte gespeichert</a:t>
            </a:r>
            <a:endParaRPr/>
          </a:p>
          <a:p>
            <a:pPr lvl="1">
              <a:defRPr/>
            </a:pPr>
            <a:r>
              <a:rPr lang="de-AT" sz="2200" b="1" i="0" u="none" strike="noStrike" cap="none" spc="0">
                <a:solidFill>
                  <a:srgbClr val="404040"/>
                </a:solidFill>
                <a:latin typeface="Arial"/>
                <a:ea typeface="Arial"/>
                <a:cs typeface="Arial"/>
              </a:rPr>
              <a:t>Footprint </a:t>
            </a:r>
            <a:r>
              <a:rPr lang="de-AT" sz="2200" b="1" i="0" u="none" strike="noStrike" cap="none" spc="0">
                <a:solidFill>
                  <a:srgbClr val="404040"/>
                </a:solidFill>
                <a:latin typeface="Arial"/>
                <a:ea typeface="Arial"/>
                <a:cs typeface="Arial"/>
              </a:rPr>
              <a:t>m</a:t>
            </a:r>
            <a:r>
              <a:rPr lang="de-DE" sz="2200" b="1" i="0" u="none" strike="noStrike" cap="none" spc="0">
                <a:solidFill>
                  <a:srgbClr val="404040"/>
                </a:solidFill>
                <a:latin typeface="Arial"/>
                <a:ea typeface="+mn-ea"/>
                <a:cs typeface="Arial"/>
              </a:rPr>
              <a:t>anuell hinzufügen</a:t>
            </a:r>
            <a:endParaRPr sz="2400"/>
          </a:p>
          <a:p>
            <a:pPr lvl="2">
              <a:buFont typeface="Symbol"/>
              <a:buChar char="-"/>
              <a:defRPr/>
            </a:pPr>
            <a:r>
              <a:rPr lang="de-AT" sz="2200" b="0" i="0" u="none" strike="noStrike" cap="none" spc="0">
                <a:solidFill>
                  <a:srgbClr val="404040"/>
                </a:solidFill>
                <a:latin typeface="Arial"/>
                <a:ea typeface="+mn-ea"/>
                <a:cs typeface="Arial"/>
              </a:rPr>
              <a:t>App öffnen </a:t>
            </a:r>
            <a:r>
              <a:rPr lang="de-DE" sz="2200" b="0" i="0" u="none" strike="noStrike" cap="none" spc="0">
                <a:solidFill>
                  <a:srgbClr val="404040"/>
                </a:solidFill>
                <a:latin typeface="Arial"/>
                <a:ea typeface="+mn-ea"/>
                <a:cs typeface="Arial"/>
              </a:rPr>
              <a:t>und Ort auf der Karte aus</a:t>
            </a:r>
            <a:r>
              <a:rPr lang="de-AT" sz="2200" b="0" i="0" u="none" strike="noStrike" cap="none" spc="0">
                <a:solidFill>
                  <a:srgbClr val="404040"/>
                </a:solidFill>
                <a:latin typeface="Arial"/>
                <a:ea typeface="+mn-ea"/>
                <a:cs typeface="Arial"/>
              </a:rPr>
              <a:t>wählen</a:t>
            </a:r>
            <a:endParaRPr sz="2400"/>
          </a:p>
          <a:p>
            <a:pPr lvl="2">
              <a:buFont typeface="Symbol"/>
              <a:buChar char="-"/>
              <a:defRPr/>
            </a:pPr>
            <a:r>
              <a:rPr lang="de-DE" sz="2200" b="0" i="0" u="none" strike="noStrike" cap="none" spc="0">
                <a:solidFill>
                  <a:srgbClr val="404040"/>
                </a:solidFill>
                <a:latin typeface="Arial"/>
                <a:ea typeface="+mn-ea"/>
                <a:cs typeface="Arial"/>
              </a:rPr>
              <a:t>Fotos, Texte oder Notizen hinzu</a:t>
            </a:r>
            <a:r>
              <a:rPr lang="de-AT" sz="2200" b="0" i="0" u="none" strike="noStrike" cap="none" spc="0">
                <a:solidFill>
                  <a:srgbClr val="404040"/>
                </a:solidFill>
                <a:latin typeface="Arial"/>
                <a:ea typeface="+mn-ea"/>
                <a:cs typeface="Arial"/>
              </a:rPr>
              <a:t>fügen</a:t>
            </a:r>
            <a:r>
              <a:rPr lang="de-DE" sz="2200" b="0" i="0" u="none" strike="noStrike" cap="none" spc="0">
                <a:solidFill>
                  <a:srgbClr val="404040"/>
                </a:solidFill>
                <a:latin typeface="Arial"/>
                <a:ea typeface="+mn-ea"/>
                <a:cs typeface="Arial"/>
              </a:rPr>
              <a:t>, um den Footprint zu personalisieren.</a:t>
            </a:r>
            <a:endParaRPr sz="2400"/>
          </a:p>
          <a:p>
            <a:pPr lvl="1">
              <a:buFont typeface="Symbol"/>
              <a:buChar char="-"/>
              <a:defRPr/>
            </a:pPr>
            <a:endParaRPr/>
          </a:p>
          <a:p>
            <a:pPr lvl="1">
              <a:buFont typeface="Arial"/>
              <a:buChar char="•"/>
              <a:defRPr/>
            </a:pPr>
            <a:endParaRPr lang="de-DE"/>
          </a:p>
          <a:p>
            <a:pPr>
              <a:defRPr/>
            </a:pPr>
            <a:endParaRPr lang="de-AT"/>
          </a:p>
        </p:txBody>
      </p:sp>
      <p:pic>
        <p:nvPicPr>
          <p:cNvPr id="1031417618" name="Grafik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6759"/>
            <a:ext cx="828464" cy="834556"/>
          </a:xfrm>
          <a:prstGeom prst="rect">
            <a:avLst/>
          </a:prstGeom>
        </p:spPr>
      </p:pic>
      <p:pic>
        <p:nvPicPr>
          <p:cNvPr id="1631526937" name="Grafik 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683912" y="3850428"/>
            <a:ext cx="1064550" cy="2026495"/>
          </a:xfrm>
          <a:prstGeom prst="rect">
            <a:avLst/>
          </a:prstGeom>
        </p:spPr>
      </p:pic>
      <p:sp>
        <p:nvSpPr>
          <p:cNvPr id="1561494074" name=""/>
          <p:cNvSpPr/>
          <p:nvPr/>
        </p:nvSpPr>
        <p:spPr bwMode="auto">
          <a:xfrm rot="0" flipH="0" flipV="0">
            <a:off x="7181869" y="4944717"/>
            <a:ext cx="571500" cy="22363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35656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FindPenguins</a:t>
            </a:r>
            <a:endParaRPr lang="de-AT"/>
          </a:p>
        </p:txBody>
      </p:sp>
      <p:sp>
        <p:nvSpPr>
          <p:cNvPr id="1789846209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541336" lvl="1" indent="0">
              <a:buClr>
                <a:srgbClr val="595959"/>
              </a:buClr>
              <a:buFont typeface="Arial"/>
              <a:buNone/>
              <a:defRPr/>
            </a:pPr>
            <a:endParaRPr lang="de-DE"/>
          </a:p>
          <a:p>
            <a:pPr>
              <a:defRPr/>
            </a:pPr>
            <a:r>
              <a:rPr lang="de-DE" b="1"/>
              <a:t>Footprints</a:t>
            </a:r>
            <a:r>
              <a:rPr lang="de-DE" b="1"/>
              <a:t> bearbeiten und teilen:</a:t>
            </a:r>
            <a:endParaRPr lang="de-DE"/>
          </a:p>
          <a:p>
            <a:pPr lvl="1">
              <a:buFont typeface="Symbol"/>
              <a:buChar char="-"/>
              <a:defRPr/>
            </a:pPr>
            <a:r>
              <a:rPr lang="de-DE"/>
              <a:t>Footprint </a:t>
            </a:r>
            <a:r>
              <a:rPr lang="de-AT"/>
              <a:t>kann </a:t>
            </a:r>
            <a:r>
              <a:rPr lang="de-DE"/>
              <a:t>nachträglich bearbeite</a:t>
            </a:r>
            <a:r>
              <a:rPr lang="de-AT"/>
              <a:t>t werden</a:t>
            </a:r>
            <a:r>
              <a:rPr lang="de-DE"/>
              <a:t>, z. B. Fotos austauschen oder Beschreibungen ergänzen.</a:t>
            </a:r>
            <a:endParaRPr/>
          </a:p>
          <a:p>
            <a:pPr lvl="1">
              <a:buFont typeface="Symbol"/>
              <a:buChar char="-"/>
              <a:defRPr/>
            </a:pPr>
            <a:r>
              <a:rPr lang="de-DE"/>
              <a:t>Footprints</a:t>
            </a:r>
            <a:r>
              <a:rPr lang="de-DE"/>
              <a:t> oder ganze Reisen </a:t>
            </a:r>
            <a:r>
              <a:rPr lang="de-AT"/>
              <a:t>können </a:t>
            </a:r>
            <a:r>
              <a:rPr lang="de-DE"/>
              <a:t>mit Freunden oder der </a:t>
            </a:r>
            <a:r>
              <a:rPr lang="de-DE"/>
              <a:t>FindPenguins</a:t>
            </a:r>
            <a:r>
              <a:rPr lang="de-DE"/>
              <a:t>-Community</a:t>
            </a:r>
            <a:r>
              <a:rPr lang="de-AT"/>
              <a:t> geteilt werden</a:t>
            </a:r>
            <a:endParaRPr/>
          </a:p>
        </p:txBody>
      </p:sp>
      <p:pic>
        <p:nvPicPr>
          <p:cNvPr id="20475321" name="Grafik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6759"/>
            <a:ext cx="828464" cy="8345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242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FindPenguins</a:t>
            </a:r>
            <a:endParaRPr lang="de-AT"/>
          </a:p>
        </p:txBody>
      </p:sp>
      <p:sp>
        <p:nvSpPr>
          <p:cNvPr id="1662244533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 b="1"/>
              <a:t>Fotobuch-Option wählen:</a:t>
            </a:r>
            <a:endParaRPr/>
          </a:p>
          <a:p>
            <a:pPr>
              <a:defRPr/>
            </a:pPr>
            <a:endParaRPr lang="de-DE" b="1"/>
          </a:p>
          <a:p>
            <a:pPr lvl="1">
              <a:defRPr/>
            </a:pPr>
            <a:r>
              <a:rPr lang="de-DE"/>
              <a:t>Bereich „Fotobuch erstellen“ oder „Erinnerungen drucken“ (je nach App-Version).</a:t>
            </a:r>
            <a:endParaRPr/>
          </a:p>
          <a:p>
            <a:pPr lvl="1">
              <a:defRPr/>
            </a:pPr>
            <a:r>
              <a:rPr lang="de-DE"/>
              <a:t>App schlägt automatisch ein Layout vor, basierend auf deinen Fotos, Texten und der Reiseroute.</a:t>
            </a:r>
            <a:endParaRPr/>
          </a:p>
          <a:p>
            <a:pPr lvl="1">
              <a:defRPr/>
            </a:pPr>
            <a:r>
              <a:rPr lang="de-AT"/>
              <a:t>Fotobuch kann x-mal erstellt und als pdf</a:t>
            </a:r>
            <a:r>
              <a:rPr lang="de-AT"/>
              <a:t> gespeichert werden</a:t>
            </a:r>
            <a:endParaRPr lang="de-AT"/>
          </a:p>
          <a:p>
            <a:pPr lvl="2">
              <a:defRPr/>
            </a:pPr>
            <a:r>
              <a:rPr lang="de-AT"/>
              <a:t>Fotos hinzu oder weg, Fotobuch neu erstellen</a:t>
            </a:r>
            <a:endParaRPr lang="de-AT"/>
          </a:p>
          <a:p>
            <a:pPr lvl="1">
              <a:defRPr/>
            </a:pPr>
            <a:r>
              <a:rPr lang="de-AT"/>
              <a:t>Größen</a:t>
            </a:r>
            <a:endParaRPr lang="de-AT"/>
          </a:p>
          <a:p>
            <a:pPr lvl="2">
              <a:defRPr/>
            </a:pPr>
            <a:r>
              <a:rPr lang="de-AT"/>
              <a:t>20x20 cm</a:t>
            </a:r>
            <a:endParaRPr lang="de-AT"/>
          </a:p>
          <a:p>
            <a:pPr lvl="2">
              <a:defRPr/>
            </a:pPr>
            <a:r>
              <a:rPr lang="de-AT"/>
              <a:t>30x30 cm</a:t>
            </a:r>
            <a:endParaRPr/>
          </a:p>
          <a:p>
            <a:pPr lvl="1">
              <a:defRPr/>
            </a:pPr>
            <a:endParaRPr lang="de-DE"/>
          </a:p>
        </p:txBody>
      </p:sp>
      <p:pic>
        <p:nvPicPr>
          <p:cNvPr id="743970083" name="Grafik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6759"/>
            <a:ext cx="828464" cy="8345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10664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FindPenguins</a:t>
            </a:r>
            <a:endParaRPr lang="de-AT"/>
          </a:p>
        </p:txBody>
      </p:sp>
      <p:sp>
        <p:nvSpPr>
          <p:cNvPr id="745459184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 b="1"/>
              <a:t>Layout anpassen:</a:t>
            </a:r>
            <a:endParaRPr lang="de-DE"/>
          </a:p>
          <a:p>
            <a:pPr lvl="1">
              <a:buFont typeface="Symbol"/>
              <a:buChar char="-"/>
              <a:defRPr/>
            </a:pPr>
            <a:r>
              <a:rPr lang="de-DE"/>
              <a:t>das Design des Fotobuchs kann individuell gestaltet werden: </a:t>
            </a:r>
            <a:endParaRPr/>
          </a:p>
          <a:p>
            <a:pPr marL="1190625" lvl="2" indent="-285750">
              <a:buFont typeface="Arial"/>
              <a:buChar char="•"/>
              <a:defRPr/>
            </a:pPr>
            <a:r>
              <a:rPr lang="de-DE"/>
              <a:t>Fotos auswählen oder entfernen</a:t>
            </a:r>
            <a:r>
              <a:rPr lang="de-DE"/>
              <a:t> </a:t>
            </a:r>
            <a:endParaRPr/>
          </a:p>
          <a:p>
            <a:pPr marL="1190625" lvl="2" indent="-285750">
              <a:buFont typeface="Arial"/>
              <a:buChar char="•"/>
              <a:defRPr/>
            </a:pPr>
            <a:r>
              <a:rPr lang="de-DE"/>
              <a:t>Texte und Beschreibungen bearbeiten</a:t>
            </a:r>
            <a:endParaRPr/>
          </a:p>
          <a:p>
            <a:pPr marL="1190625" lvl="2" indent="-285750">
              <a:buFont typeface="Arial"/>
              <a:buChar char="•"/>
              <a:defRPr/>
            </a:pPr>
            <a:r>
              <a:rPr lang="de-DE"/>
              <a:t>Hintergrund, Schriftarten und Stile anpassen</a:t>
            </a:r>
            <a:endParaRPr lang="de-DE"/>
          </a:p>
          <a:p>
            <a:pPr>
              <a:defRPr/>
            </a:pPr>
            <a:r>
              <a:rPr lang="de-DE" b="1">
                <a:solidFill>
                  <a:srgbClr val="FF0000"/>
                </a:solidFill>
              </a:rPr>
              <a:t>Vorab wird immer eine Kopie im PDF-Format erstellt!</a:t>
            </a:r>
            <a:endParaRPr/>
          </a:p>
          <a:p>
            <a:pPr>
              <a:defRPr/>
            </a:pPr>
            <a:r>
              <a:rPr lang="de-DE" b="1"/>
              <a:t>Bestellen :</a:t>
            </a:r>
            <a:endParaRPr lang="de-DE"/>
          </a:p>
          <a:p>
            <a:pPr lvl="1">
              <a:buFont typeface="Symbol"/>
              <a:buChar char="-"/>
              <a:defRPr/>
            </a:pPr>
            <a:r>
              <a:rPr lang="de-DE"/>
              <a:t>Wenn das Ergebnis passt - bestellen</a:t>
            </a:r>
            <a:endParaRPr/>
          </a:p>
          <a:p>
            <a:pPr lvl="1">
              <a:defRPr/>
            </a:pPr>
            <a:r>
              <a:rPr lang="de-DE" b="1">
                <a:solidFill>
                  <a:srgbClr val="FF0000"/>
                </a:solidFill>
              </a:rPr>
              <a:t>Aktionen (Preisnachlass) abwarten!</a:t>
            </a:r>
            <a:endParaRPr lang="de-DE" b="1">
              <a:solidFill>
                <a:srgbClr val="FF0000"/>
              </a:solidFill>
            </a:endParaRPr>
          </a:p>
          <a:p>
            <a:pPr marL="742950" lvl="1" indent="-285750">
              <a:buFont typeface="Arial"/>
              <a:buChar char="•"/>
              <a:defRPr/>
            </a:pPr>
            <a:endParaRPr lang="de-DE"/>
          </a:p>
          <a:p>
            <a:pPr>
              <a:defRPr/>
            </a:pPr>
            <a:endParaRPr lang="de-DE">
              <a:solidFill>
                <a:srgbClr val="FF0000"/>
              </a:solidFill>
            </a:endParaRPr>
          </a:p>
        </p:txBody>
      </p:sp>
      <p:pic>
        <p:nvPicPr>
          <p:cNvPr id="1748544501" name="Grafik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6759"/>
            <a:ext cx="828464" cy="8345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28721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FindPenguins</a:t>
            </a:r>
            <a:endParaRPr lang="de-AT"/>
          </a:p>
        </p:txBody>
      </p:sp>
      <p:sp>
        <p:nvSpPr>
          <p:cNvPr id="162357102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pic>
        <p:nvPicPr>
          <p:cNvPr id="783650749" name="Grafik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20000" y="-6759"/>
            <a:ext cx="828464" cy="8345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ONLYOFFICE/9.1.0.173</Application>
  <PresentationFormat>On-screen Show (4:3)</PresentationFormat>
  <Paragraphs>0</Paragraphs>
  <Slides>23</Slides>
  <Notes>23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/>
  <cp:revision>1007</cp:revision>
  <dcterms:created xsi:type="dcterms:W3CDTF">2011-08-18T07:37:01Z</dcterms:created>
  <dcterms:modified xsi:type="dcterms:W3CDTF">2025-11-24T19:24:03Z</dcterms:modified>
</cp:coreProperties>
</file>